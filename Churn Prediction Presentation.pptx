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4" r:id="rId3"/>
    <p:sldMasterId id="2147483656" r:id="rId4"/>
  </p:sldMasterIdLst>
  <p:sldIdLst>
    <p:sldId id="256" r:id="rId5"/>
    <p:sldId id="257" r:id="rId6"/>
    <p:sldId id="258" r:id="rId7"/>
    <p:sldId id="260" r:id="rId8"/>
    <p:sldId id="262" r:id="rId9"/>
    <p:sldId id="263" r:id="rId10"/>
    <p:sldId id="265" r:id="rId11"/>
    <p:sldId id="264" r:id="rId12"/>
    <p:sldId id="268" r:id="rId13"/>
    <p:sldId id="266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1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 algn="ctr">
              <a:buNone/>
            </a:pPr>
            <a:endParaRPr lang="en-US" sz="3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9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304;p1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123" name="Google Shape;1305;p1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4" name="Google Shape;1306;p1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5" name="Google Shape;1307;p1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6" name="Google Shape;1308;p1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1309;p1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1310;p1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1311;p1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1312;p1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1313;p1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1314;p1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1315;p1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4" name="Google Shape;1316;p1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1317;p1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1318;p1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1319;p1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1320;p1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1321;p1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1322;p1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1323;p1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1324;p1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1325;p1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4" name="Google Shape;1326;p1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5" name="Google Shape;1327;p1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6" name="Google Shape;1328;p1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1329;p1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1330;p1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1331;p1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1332;p1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1333;p1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1334;p1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1335;p1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4" name="Google Shape;1336;p1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5" name="Google Shape;1337;p1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6" name="Google Shape;1338;p1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1339;p1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1340;p1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1341;p1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1342;p1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13160" y="1088640"/>
            <a:ext cx="4401360" cy="1198440"/>
          </a:xfrm>
          <a:prstGeom prst="rect">
            <a:avLst/>
          </a:prstGeom>
          <a:noFill/>
          <a:ln w="0"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62" name="Google Shape;1345;p17"/>
          <p:cNvGrpSpPr/>
          <p:nvPr/>
        </p:nvGrpSpPr>
        <p:grpSpPr>
          <a:xfrm>
            <a:off x="8137440" y="-109440"/>
            <a:ext cx="586440" cy="1284120"/>
            <a:chOff x="8137440" y="-109440"/>
            <a:chExt cx="586440" cy="1284120"/>
          </a:xfrm>
        </p:grpSpPr>
        <p:sp>
          <p:nvSpPr>
            <p:cNvPr id="163" name="Google Shape;1346;p17"/>
            <p:cNvSpPr/>
            <p:nvPr/>
          </p:nvSpPr>
          <p:spPr>
            <a:xfrm>
              <a:off x="8137440" y="-10944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62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64" name="Google Shape;1347;p17"/>
            <p:cNvGrpSpPr/>
            <p:nvPr/>
          </p:nvGrpSpPr>
          <p:grpSpPr>
            <a:xfrm>
              <a:off x="8309880" y="-108720"/>
              <a:ext cx="241560" cy="882720"/>
              <a:chOff x="8309880" y="-108720"/>
              <a:chExt cx="241560" cy="882720"/>
            </a:xfrm>
          </p:grpSpPr>
          <p:sp>
            <p:nvSpPr>
              <p:cNvPr id="165" name="Google Shape;1348;p17"/>
              <p:cNvSpPr/>
              <p:nvPr/>
            </p:nvSpPr>
            <p:spPr>
              <a:xfrm rot="16200000">
                <a:off x="8354520" y="57708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6" name="Google Shape;1349;p17"/>
              <p:cNvSpPr/>
              <p:nvPr/>
            </p:nvSpPr>
            <p:spPr>
              <a:xfrm rot="16200000">
                <a:off x="8355240" y="43020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7" name="Google Shape;1350;p17"/>
              <p:cNvSpPr/>
              <p:nvPr/>
            </p:nvSpPr>
            <p:spPr>
              <a:xfrm rot="16200000">
                <a:off x="8355240" y="28404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8" name="Google Shape;1351;p17"/>
              <p:cNvSpPr/>
              <p:nvPr/>
            </p:nvSpPr>
            <p:spPr>
              <a:xfrm rot="16200000">
                <a:off x="8355240" y="1378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9" name="Google Shape;1352;p17"/>
              <p:cNvSpPr/>
              <p:nvPr/>
            </p:nvSpPr>
            <p:spPr>
              <a:xfrm rot="16200000">
                <a:off x="8355240" y="-792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0" name="Google Shape;1353;p17"/>
              <p:cNvSpPr/>
              <p:nvPr/>
            </p:nvSpPr>
            <p:spPr>
              <a:xfrm rot="16200000">
                <a:off x="8355240" y="-15408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1" name="Google Shape;1354;p17"/>
          <p:cNvGrpSpPr/>
          <p:nvPr/>
        </p:nvGrpSpPr>
        <p:grpSpPr>
          <a:xfrm>
            <a:off x="2517480" y="-116280"/>
            <a:ext cx="1520640" cy="301320"/>
            <a:chOff x="2517480" y="-116280"/>
            <a:chExt cx="1520640" cy="301320"/>
          </a:xfrm>
        </p:grpSpPr>
        <p:sp>
          <p:nvSpPr>
            <p:cNvPr id="172" name="Google Shape;1355;p17"/>
            <p:cNvSpPr/>
            <p:nvPr/>
          </p:nvSpPr>
          <p:spPr>
            <a:xfrm>
              <a:off x="2611080" y="-698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1356;p17"/>
            <p:cNvSpPr/>
            <p:nvPr/>
          </p:nvSpPr>
          <p:spPr>
            <a:xfrm>
              <a:off x="3946680" y="93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4" name="Google Shape;1357;p17"/>
            <p:cNvSpPr/>
            <p:nvPr/>
          </p:nvSpPr>
          <p:spPr>
            <a:xfrm>
              <a:off x="3970440" y="118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5" name="Google Shape;1358;p17"/>
            <p:cNvSpPr/>
            <p:nvPr/>
          </p:nvSpPr>
          <p:spPr>
            <a:xfrm>
              <a:off x="2517480" y="-11628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1359;p17"/>
            <p:cNvSpPr/>
            <p:nvPr/>
          </p:nvSpPr>
          <p:spPr>
            <a:xfrm>
              <a:off x="2541600" y="-918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7" name="Google Shape;1360;p17"/>
          <p:cNvSpPr/>
          <p:nvPr/>
        </p:nvSpPr>
        <p:spPr>
          <a:xfrm rot="16200000">
            <a:off x="341640" y="-348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08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78" name="Google Shape;1361;p17"/>
          <p:cNvGrpSpPr/>
          <p:nvPr/>
        </p:nvGrpSpPr>
        <p:grpSpPr>
          <a:xfrm>
            <a:off x="4914000" y="675000"/>
            <a:ext cx="1252440" cy="50760"/>
            <a:chOff x="4914000" y="675000"/>
            <a:chExt cx="1252440" cy="50760"/>
          </a:xfrm>
        </p:grpSpPr>
        <p:sp>
          <p:nvSpPr>
            <p:cNvPr id="179" name="Google Shape;1362;p17"/>
            <p:cNvSpPr/>
            <p:nvPr/>
          </p:nvSpPr>
          <p:spPr>
            <a:xfrm>
              <a:off x="4914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0" name="Google Shape;1363;p17"/>
            <p:cNvSpPr/>
            <p:nvPr/>
          </p:nvSpPr>
          <p:spPr>
            <a:xfrm>
              <a:off x="5006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1" name="Google Shape;1364;p17"/>
            <p:cNvSpPr/>
            <p:nvPr/>
          </p:nvSpPr>
          <p:spPr>
            <a:xfrm>
              <a:off x="5098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365;p17"/>
            <p:cNvSpPr/>
            <p:nvPr/>
          </p:nvSpPr>
          <p:spPr>
            <a:xfrm>
              <a:off x="51912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366;p17"/>
            <p:cNvSpPr/>
            <p:nvPr/>
          </p:nvSpPr>
          <p:spPr>
            <a:xfrm>
              <a:off x="52837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1367;p17"/>
            <p:cNvSpPr/>
            <p:nvPr/>
          </p:nvSpPr>
          <p:spPr>
            <a:xfrm>
              <a:off x="537624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1368;p17"/>
            <p:cNvSpPr/>
            <p:nvPr/>
          </p:nvSpPr>
          <p:spPr>
            <a:xfrm>
              <a:off x="54687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1369;p17"/>
            <p:cNvSpPr/>
            <p:nvPr/>
          </p:nvSpPr>
          <p:spPr>
            <a:xfrm>
              <a:off x="55612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1370;p17"/>
            <p:cNvSpPr/>
            <p:nvPr/>
          </p:nvSpPr>
          <p:spPr>
            <a:xfrm>
              <a:off x="56538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1371;p17"/>
            <p:cNvSpPr/>
            <p:nvPr/>
          </p:nvSpPr>
          <p:spPr>
            <a:xfrm>
              <a:off x="574596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9" name="Google Shape;1372;p17"/>
            <p:cNvSpPr/>
            <p:nvPr/>
          </p:nvSpPr>
          <p:spPr>
            <a:xfrm>
              <a:off x="58384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0" name="Google Shape;1373;p17"/>
            <p:cNvSpPr/>
            <p:nvPr/>
          </p:nvSpPr>
          <p:spPr>
            <a:xfrm>
              <a:off x="593100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1" name="Google Shape;1374;p17"/>
            <p:cNvSpPr/>
            <p:nvPr/>
          </p:nvSpPr>
          <p:spPr>
            <a:xfrm>
              <a:off x="602352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2" name="Google Shape;1375;p17"/>
            <p:cNvSpPr/>
            <p:nvPr/>
          </p:nvSpPr>
          <p:spPr>
            <a:xfrm>
              <a:off x="6115680" y="675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93" name="Google Shape;1376;p17"/>
          <p:cNvSpPr/>
          <p:nvPr/>
        </p:nvSpPr>
        <p:spPr>
          <a:xfrm rot="5400000">
            <a:off x="8208720" y="42040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94" name="Google Shape;1377;p17"/>
          <p:cNvSpPr/>
          <p:nvPr/>
        </p:nvSpPr>
        <p:spPr>
          <a:xfrm rot="10800000">
            <a:off x="1362600" y="42404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95" name="Google Shape;1378;p17"/>
          <p:cNvGrpSpPr/>
          <p:nvPr/>
        </p:nvGrpSpPr>
        <p:grpSpPr>
          <a:xfrm>
            <a:off x="5600520" y="4993560"/>
            <a:ext cx="1520280" cy="301680"/>
            <a:chOff x="5600520" y="4993560"/>
            <a:chExt cx="1520280" cy="301680"/>
          </a:xfrm>
        </p:grpSpPr>
        <p:sp>
          <p:nvSpPr>
            <p:cNvPr id="196" name="Google Shape;1379;p17"/>
            <p:cNvSpPr/>
            <p:nvPr/>
          </p:nvSpPr>
          <p:spPr>
            <a:xfrm>
              <a:off x="5693760" y="5040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1380;p17"/>
            <p:cNvSpPr/>
            <p:nvPr/>
          </p:nvSpPr>
          <p:spPr>
            <a:xfrm>
              <a:off x="7029360" y="5203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1381;p17"/>
            <p:cNvSpPr/>
            <p:nvPr/>
          </p:nvSpPr>
          <p:spPr>
            <a:xfrm>
              <a:off x="7053480" y="5228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1382;p17"/>
            <p:cNvSpPr/>
            <p:nvPr/>
          </p:nvSpPr>
          <p:spPr>
            <a:xfrm>
              <a:off x="5600520" y="4993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0" name="Google Shape;1383;p17"/>
            <p:cNvSpPr/>
            <p:nvPr/>
          </p:nvSpPr>
          <p:spPr>
            <a:xfrm>
              <a:off x="5624280" y="5018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1" name="Google Shape;1384;p17"/>
          <p:cNvGrpSpPr/>
          <p:nvPr/>
        </p:nvGrpSpPr>
        <p:grpSpPr>
          <a:xfrm>
            <a:off x="-217800" y="2000520"/>
            <a:ext cx="552600" cy="98640"/>
            <a:chOff x="-217800" y="2000520"/>
            <a:chExt cx="552600" cy="98640"/>
          </a:xfrm>
        </p:grpSpPr>
        <p:sp>
          <p:nvSpPr>
            <p:cNvPr id="202" name="Google Shape;1385;p17"/>
            <p:cNvSpPr/>
            <p:nvPr/>
          </p:nvSpPr>
          <p:spPr>
            <a:xfrm rot="5400000">
              <a:off x="236160" y="20005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3" name="Google Shape;1386;p17"/>
            <p:cNvSpPr/>
            <p:nvPr/>
          </p:nvSpPr>
          <p:spPr>
            <a:xfrm rot="5400000">
              <a:off x="262800" y="20275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4" name="Google Shape;1387;p17"/>
            <p:cNvSpPr/>
            <p:nvPr/>
          </p:nvSpPr>
          <p:spPr>
            <a:xfrm rot="5400000">
              <a:off x="-217800" y="20037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5" name="Google Shape;1388;p17"/>
            <p:cNvSpPr/>
            <p:nvPr/>
          </p:nvSpPr>
          <p:spPr>
            <a:xfrm rot="5400000">
              <a:off x="-193680" y="20275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6" name="Google Shape;1389;p17"/>
            <p:cNvSpPr/>
            <p:nvPr/>
          </p:nvSpPr>
          <p:spPr>
            <a:xfrm rot="5400000">
              <a:off x="58320" y="18648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8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0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47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50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35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5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35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59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36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65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36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1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37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74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37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79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380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38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91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39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0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03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40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10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411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41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22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42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33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43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2"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9" name="Google Shape;2308;p27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09" name="Google Shape;2309;p27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0" name="Google Shape;2310;p27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1" name="Google Shape;2311;p27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2" name="Google Shape;2312;p27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2313;p27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2314;p27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2315;p27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2316;p27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2317;p27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2318;p27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2319;p27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2320;p27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2321;p27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2322;p27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2323;p27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2324;p27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2325;p27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2326;p27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2327;p27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2328;p27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9" name="Google Shape;2329;p27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0" name="Google Shape;2330;p27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1" name="Google Shape;2331;p27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2" name="Google Shape;2332;p27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3" name="Google Shape;2333;p27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4" name="Google Shape;2334;p27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5" name="Google Shape;2335;p27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6" name="Google Shape;2336;p27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7" name="Google Shape;2337;p27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8" name="Google Shape;2338;p27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9" name="Google Shape;2339;p27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0" name="Google Shape;2340;p27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1" name="Google Shape;2341;p27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2" name="Google Shape;2342;p27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3" name="Google Shape;2343;p27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4" name="Google Shape;2344;p27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5" name="Google Shape;2345;p27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6" name="Google Shape;2346;p27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50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7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48" name="Google Shape;2349;p27"/>
          <p:cNvSpPr/>
          <p:nvPr/>
        </p:nvSpPr>
        <p:spPr>
          <a:xfrm>
            <a:off x="2532600" y="3327840"/>
            <a:ext cx="4078800" cy="64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" sz="1200" b="1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Credits:</a:t>
            </a:r>
            <a:r>
              <a:rPr lang="en" sz="1200" b="0" u="none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</a:rPr>
              <a:t> 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This presentation template was created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lt1"/>
                </a:solidFill>
                <a:effectLst/>
                <a:uFillTx/>
                <a:latin typeface="PT Sans"/>
                <a:ea typeface="PT Sans"/>
              </a:rPr>
              <a:t>, including icons, infographics &amp; images by </a:t>
            </a:r>
            <a:r>
              <a:rPr lang="en" sz="1200" b="1" u="sng" strike="noStrike">
                <a:solidFill>
                  <a:schemeClr val="accent2"/>
                </a:solidFill>
                <a:effectLst/>
                <a:uFillTx/>
                <a:latin typeface="PT Sans"/>
                <a:ea typeface="PT Sans"/>
                <a:hlinkClick r:id="rId3"/>
              </a:rPr>
              <a:t>Freepik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49" name="Google Shape;2350;p27"/>
          <p:cNvSpPr/>
          <p:nvPr/>
        </p:nvSpPr>
        <p:spPr>
          <a:xfrm rot="10800000">
            <a:off x="3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51" name="Google Shape;2351;p27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351" name="Google Shape;2352;p27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52" name="Google Shape;2353;p27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353" name="Google Shape;2354;p27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4" name="Google Shape;2355;p27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5" name="Google Shape;2356;p27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6" name="Google Shape;2357;p27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7" name="Google Shape;2358;p27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8" name="Google Shape;2359;p27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53" name="Google Shape;2360;p27"/>
          <p:cNvGrpSpPr/>
          <p:nvPr/>
        </p:nvGrpSpPr>
        <p:grpSpPr>
          <a:xfrm>
            <a:off x="2619000" y="4981320"/>
            <a:ext cx="1520280" cy="301680"/>
            <a:chOff x="2619000" y="4981320"/>
            <a:chExt cx="1520280" cy="301680"/>
          </a:xfrm>
        </p:grpSpPr>
        <p:sp>
          <p:nvSpPr>
            <p:cNvPr id="360" name="Google Shape;2361;p27"/>
            <p:cNvSpPr/>
            <p:nvPr/>
          </p:nvSpPr>
          <p:spPr>
            <a:xfrm>
              <a:off x="2712240" y="50277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2362;p27"/>
            <p:cNvSpPr/>
            <p:nvPr/>
          </p:nvSpPr>
          <p:spPr>
            <a:xfrm>
              <a:off x="4047840" y="51915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2363;p27"/>
            <p:cNvSpPr/>
            <p:nvPr/>
          </p:nvSpPr>
          <p:spPr>
            <a:xfrm>
              <a:off x="4071960" y="52160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2364;p27"/>
            <p:cNvSpPr/>
            <p:nvPr/>
          </p:nvSpPr>
          <p:spPr>
            <a:xfrm>
              <a:off x="2619000" y="49813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2365;p27"/>
            <p:cNvSpPr/>
            <p:nvPr/>
          </p:nvSpPr>
          <p:spPr>
            <a:xfrm>
              <a:off x="2642760" y="5006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4" name="Google Shape;2366;p27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366" name="Google Shape;2367;p27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2368;p27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2369;p27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2370;p27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2371;p27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5" name="Google Shape;2372;p27"/>
          <p:cNvGrpSpPr/>
          <p:nvPr/>
        </p:nvGrpSpPr>
        <p:grpSpPr>
          <a:xfrm>
            <a:off x="-1414440" y="2829960"/>
            <a:ext cx="2297520" cy="347040"/>
            <a:chOff x="-1414440" y="2829960"/>
            <a:chExt cx="2297520" cy="347040"/>
          </a:xfrm>
        </p:grpSpPr>
        <p:sp>
          <p:nvSpPr>
            <p:cNvPr id="372" name="Google Shape;2373;p27"/>
            <p:cNvSpPr/>
            <p:nvPr/>
          </p:nvSpPr>
          <p:spPr>
            <a:xfrm>
              <a:off x="-1414440" y="31093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2374;p27"/>
            <p:cNvSpPr/>
            <p:nvPr/>
          </p:nvSpPr>
          <p:spPr>
            <a:xfrm>
              <a:off x="-1111320" y="28299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6" name="Google Shape;2375;p27"/>
          <p:cNvGrpSpPr/>
          <p:nvPr/>
        </p:nvGrpSpPr>
        <p:grpSpPr>
          <a:xfrm>
            <a:off x="-529200" y="4313160"/>
            <a:ext cx="1822680" cy="196560"/>
            <a:chOff x="-529200" y="4313160"/>
            <a:chExt cx="1822680" cy="196560"/>
          </a:xfrm>
        </p:grpSpPr>
        <p:sp>
          <p:nvSpPr>
            <p:cNvPr id="375" name="Google Shape;2376;p27"/>
            <p:cNvSpPr/>
            <p:nvPr/>
          </p:nvSpPr>
          <p:spPr>
            <a:xfrm flipH="1">
              <a:off x="-529200" y="435960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6" name="Google Shape;2377;p27"/>
            <p:cNvSpPr/>
            <p:nvPr/>
          </p:nvSpPr>
          <p:spPr>
            <a:xfrm flipH="1">
              <a:off x="1202040" y="431316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7" name="Google Shape;2378;p27"/>
            <p:cNvSpPr/>
            <p:nvPr/>
          </p:nvSpPr>
          <p:spPr>
            <a:xfrm flipH="1">
              <a:off x="1225080" y="433800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78" name="Google Shape;2379;p27"/>
          <p:cNvSpPr/>
          <p:nvPr/>
        </p:nvSpPr>
        <p:spPr>
          <a:xfrm rot="5400000">
            <a:off x="8208720" y="38854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57" name="Google Shape;2380;p27"/>
          <p:cNvGrpSpPr/>
          <p:nvPr/>
        </p:nvGrpSpPr>
        <p:grpSpPr>
          <a:xfrm>
            <a:off x="5203080" y="4687200"/>
            <a:ext cx="1105560" cy="133920"/>
            <a:chOff x="5203080" y="4687200"/>
            <a:chExt cx="1105560" cy="133920"/>
          </a:xfrm>
        </p:grpSpPr>
        <p:grpSp>
          <p:nvGrpSpPr>
            <p:cNvPr id="458" name="Google Shape;2381;p27"/>
            <p:cNvGrpSpPr/>
            <p:nvPr/>
          </p:nvGrpSpPr>
          <p:grpSpPr>
            <a:xfrm>
              <a:off x="5203080" y="4770360"/>
              <a:ext cx="882720" cy="50760"/>
              <a:chOff x="5203080" y="4770360"/>
              <a:chExt cx="882720" cy="50760"/>
            </a:xfrm>
          </p:grpSpPr>
          <p:sp>
            <p:nvSpPr>
              <p:cNvPr id="381" name="Google Shape;2382;p27"/>
              <p:cNvSpPr/>
              <p:nvPr/>
            </p:nvSpPr>
            <p:spPr>
              <a:xfrm>
                <a:off x="52030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2" name="Google Shape;2383;p27"/>
              <p:cNvSpPr/>
              <p:nvPr/>
            </p:nvSpPr>
            <p:spPr>
              <a:xfrm>
                <a:off x="52956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3" name="Google Shape;2384;p27"/>
              <p:cNvSpPr/>
              <p:nvPr/>
            </p:nvSpPr>
            <p:spPr>
              <a:xfrm>
                <a:off x="53877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4" name="Google Shape;2385;p27"/>
              <p:cNvSpPr/>
              <p:nvPr/>
            </p:nvSpPr>
            <p:spPr>
              <a:xfrm>
                <a:off x="54802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5" name="Google Shape;2386;p27"/>
              <p:cNvSpPr/>
              <p:nvPr/>
            </p:nvSpPr>
            <p:spPr>
              <a:xfrm>
                <a:off x="557280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6" name="Google Shape;2387;p27"/>
              <p:cNvSpPr/>
              <p:nvPr/>
            </p:nvSpPr>
            <p:spPr>
              <a:xfrm>
                <a:off x="566532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7" name="Google Shape;2388;p27"/>
              <p:cNvSpPr/>
              <p:nvPr/>
            </p:nvSpPr>
            <p:spPr>
              <a:xfrm>
                <a:off x="57578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8" name="Google Shape;2389;p27"/>
              <p:cNvSpPr/>
              <p:nvPr/>
            </p:nvSpPr>
            <p:spPr>
              <a:xfrm>
                <a:off x="585036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89" name="Google Shape;2390;p27"/>
              <p:cNvSpPr/>
              <p:nvPr/>
            </p:nvSpPr>
            <p:spPr>
              <a:xfrm>
                <a:off x="594288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0" name="Google Shape;2391;p27"/>
              <p:cNvSpPr/>
              <p:nvPr/>
            </p:nvSpPr>
            <p:spPr>
              <a:xfrm>
                <a:off x="6035040" y="4770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59" name="Google Shape;2392;p27"/>
            <p:cNvGrpSpPr/>
            <p:nvPr/>
          </p:nvGrpSpPr>
          <p:grpSpPr>
            <a:xfrm>
              <a:off x="5425560" y="4687200"/>
              <a:ext cx="883080" cy="50760"/>
              <a:chOff x="5425560" y="4687200"/>
              <a:chExt cx="883080" cy="50760"/>
            </a:xfrm>
          </p:grpSpPr>
          <p:sp>
            <p:nvSpPr>
              <p:cNvPr id="392" name="Google Shape;2393;p27"/>
              <p:cNvSpPr/>
              <p:nvPr/>
            </p:nvSpPr>
            <p:spPr>
              <a:xfrm>
                <a:off x="54255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3" name="Google Shape;2394;p27"/>
              <p:cNvSpPr/>
              <p:nvPr/>
            </p:nvSpPr>
            <p:spPr>
              <a:xfrm>
                <a:off x="55180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4" name="Google Shape;2395;p27"/>
              <p:cNvSpPr/>
              <p:nvPr/>
            </p:nvSpPr>
            <p:spPr>
              <a:xfrm>
                <a:off x="561060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5" name="Google Shape;2396;p27"/>
              <p:cNvSpPr/>
              <p:nvPr/>
            </p:nvSpPr>
            <p:spPr>
              <a:xfrm>
                <a:off x="57031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6" name="Google Shape;2397;p27"/>
              <p:cNvSpPr/>
              <p:nvPr/>
            </p:nvSpPr>
            <p:spPr>
              <a:xfrm>
                <a:off x="57956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7" name="Google Shape;2398;p27"/>
              <p:cNvSpPr/>
              <p:nvPr/>
            </p:nvSpPr>
            <p:spPr>
              <a:xfrm>
                <a:off x="58881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8" name="Google Shape;2399;p27"/>
              <p:cNvSpPr/>
              <p:nvPr/>
            </p:nvSpPr>
            <p:spPr>
              <a:xfrm>
                <a:off x="598032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99" name="Google Shape;2400;p27"/>
              <p:cNvSpPr/>
              <p:nvPr/>
            </p:nvSpPr>
            <p:spPr>
              <a:xfrm>
                <a:off x="607284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0" name="Google Shape;2401;p27"/>
              <p:cNvSpPr/>
              <p:nvPr/>
            </p:nvSpPr>
            <p:spPr>
              <a:xfrm>
                <a:off x="616536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01" name="Google Shape;2402;p27"/>
              <p:cNvSpPr/>
              <p:nvPr/>
            </p:nvSpPr>
            <p:spPr>
              <a:xfrm>
                <a:off x="6257880" y="46872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02" name="Google Shape;2403;p27"/>
          <p:cNvSpPr/>
          <p:nvPr/>
        </p:nvSpPr>
        <p:spPr>
          <a:xfrm rot="10800000">
            <a:off x="8028000" y="217476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460" name="Google Shape;2404;p27"/>
          <p:cNvGrpSpPr/>
          <p:nvPr/>
        </p:nvGrpSpPr>
        <p:grpSpPr>
          <a:xfrm>
            <a:off x="7935840" y="-377640"/>
            <a:ext cx="296280" cy="1822320"/>
            <a:chOff x="7935840" y="-377640"/>
            <a:chExt cx="296280" cy="1822320"/>
          </a:xfrm>
        </p:grpSpPr>
        <p:sp>
          <p:nvSpPr>
            <p:cNvPr id="404" name="Google Shape;2405;p27"/>
            <p:cNvSpPr/>
            <p:nvPr/>
          </p:nvSpPr>
          <p:spPr>
            <a:xfrm rot="16200000">
              <a:off x="7295040" y="40896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5" name="Google Shape;2406;p27"/>
            <p:cNvSpPr/>
            <p:nvPr/>
          </p:nvSpPr>
          <p:spPr>
            <a:xfrm rot="16200000">
              <a:off x="7935840" y="7570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6" name="Google Shape;2407;p27"/>
            <p:cNvSpPr/>
            <p:nvPr/>
          </p:nvSpPr>
          <p:spPr>
            <a:xfrm rot="16200000">
              <a:off x="7960320" y="78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7" name="Google Shape;2408;p27"/>
            <p:cNvSpPr/>
            <p:nvPr/>
          </p:nvSpPr>
          <p:spPr>
            <a:xfrm rot="16200000">
              <a:off x="8035560" y="1353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8" name="Google Shape;2409;p27"/>
            <p:cNvSpPr/>
            <p:nvPr/>
          </p:nvSpPr>
          <p:spPr>
            <a:xfrm rot="16200000">
              <a:off x="8060040" y="1377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9" name="Google Shape;2410;p27"/>
            <p:cNvSpPr/>
            <p:nvPr/>
          </p:nvSpPr>
          <p:spPr>
            <a:xfrm rot="16200000">
              <a:off x="7502400" y="10188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0 h 174960"/>
                <a:gd name="textAreaBottom" fmla="*/ 17532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1" name="Google Shape;2411;p27"/>
          <p:cNvGrpSpPr/>
          <p:nvPr/>
        </p:nvGrpSpPr>
        <p:grpSpPr>
          <a:xfrm>
            <a:off x="8267400" y="2926440"/>
            <a:ext cx="1105560" cy="133560"/>
            <a:chOff x="8267400" y="2926440"/>
            <a:chExt cx="1105560" cy="133560"/>
          </a:xfrm>
        </p:grpSpPr>
        <p:grpSp>
          <p:nvGrpSpPr>
            <p:cNvPr id="462" name="Google Shape;2412;p27"/>
            <p:cNvGrpSpPr/>
            <p:nvPr/>
          </p:nvGrpSpPr>
          <p:grpSpPr>
            <a:xfrm>
              <a:off x="8267400" y="3009240"/>
              <a:ext cx="883080" cy="50760"/>
              <a:chOff x="8267400" y="3009240"/>
              <a:chExt cx="883080" cy="50760"/>
            </a:xfrm>
          </p:grpSpPr>
          <p:sp>
            <p:nvSpPr>
              <p:cNvPr id="412" name="Google Shape;2413;p27"/>
              <p:cNvSpPr/>
              <p:nvPr/>
            </p:nvSpPr>
            <p:spPr>
              <a:xfrm>
                <a:off x="82674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3" name="Google Shape;2414;p27"/>
              <p:cNvSpPr/>
              <p:nvPr/>
            </p:nvSpPr>
            <p:spPr>
              <a:xfrm>
                <a:off x="83599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4" name="Google Shape;2415;p27"/>
              <p:cNvSpPr/>
              <p:nvPr/>
            </p:nvSpPr>
            <p:spPr>
              <a:xfrm>
                <a:off x="84524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5" name="Google Shape;2416;p27"/>
              <p:cNvSpPr/>
              <p:nvPr/>
            </p:nvSpPr>
            <p:spPr>
              <a:xfrm>
                <a:off x="85449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6" name="Google Shape;2417;p27"/>
              <p:cNvSpPr/>
              <p:nvPr/>
            </p:nvSpPr>
            <p:spPr>
              <a:xfrm>
                <a:off x="86371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7" name="Google Shape;2418;p27"/>
              <p:cNvSpPr/>
              <p:nvPr/>
            </p:nvSpPr>
            <p:spPr>
              <a:xfrm>
                <a:off x="872964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8" name="Google Shape;2419;p27"/>
              <p:cNvSpPr/>
              <p:nvPr/>
            </p:nvSpPr>
            <p:spPr>
              <a:xfrm>
                <a:off x="882216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19" name="Google Shape;2420;p27"/>
              <p:cNvSpPr/>
              <p:nvPr/>
            </p:nvSpPr>
            <p:spPr>
              <a:xfrm>
                <a:off x="891468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0" name="Google Shape;2421;p27"/>
              <p:cNvSpPr/>
              <p:nvPr/>
            </p:nvSpPr>
            <p:spPr>
              <a:xfrm>
                <a:off x="900720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1" name="Google Shape;2422;p27"/>
              <p:cNvSpPr/>
              <p:nvPr/>
            </p:nvSpPr>
            <p:spPr>
              <a:xfrm>
                <a:off x="9099720" y="30092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63" name="Google Shape;2423;p27"/>
            <p:cNvGrpSpPr/>
            <p:nvPr/>
          </p:nvGrpSpPr>
          <p:grpSpPr>
            <a:xfrm>
              <a:off x="8490240" y="2926440"/>
              <a:ext cx="882720" cy="50760"/>
              <a:chOff x="8490240" y="2926440"/>
              <a:chExt cx="882720" cy="50760"/>
            </a:xfrm>
          </p:grpSpPr>
          <p:sp>
            <p:nvSpPr>
              <p:cNvPr id="423" name="Google Shape;2424;p27"/>
              <p:cNvSpPr/>
              <p:nvPr/>
            </p:nvSpPr>
            <p:spPr>
              <a:xfrm>
                <a:off x="84902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4" name="Google Shape;2425;p27"/>
              <p:cNvSpPr/>
              <p:nvPr/>
            </p:nvSpPr>
            <p:spPr>
              <a:xfrm>
                <a:off x="85824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5" name="Google Shape;2426;p27"/>
              <p:cNvSpPr/>
              <p:nvPr/>
            </p:nvSpPr>
            <p:spPr>
              <a:xfrm>
                <a:off x="86749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6" name="Google Shape;2427;p27"/>
              <p:cNvSpPr/>
              <p:nvPr/>
            </p:nvSpPr>
            <p:spPr>
              <a:xfrm>
                <a:off x="876744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7" name="Google Shape;2428;p27"/>
              <p:cNvSpPr/>
              <p:nvPr/>
            </p:nvSpPr>
            <p:spPr>
              <a:xfrm>
                <a:off x="885996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8" name="Google Shape;2429;p27"/>
              <p:cNvSpPr/>
              <p:nvPr/>
            </p:nvSpPr>
            <p:spPr>
              <a:xfrm>
                <a:off x="89524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29" name="Google Shape;2430;p27"/>
              <p:cNvSpPr/>
              <p:nvPr/>
            </p:nvSpPr>
            <p:spPr>
              <a:xfrm>
                <a:off x="90450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0" name="Google Shape;2431;p27"/>
              <p:cNvSpPr/>
              <p:nvPr/>
            </p:nvSpPr>
            <p:spPr>
              <a:xfrm>
                <a:off x="913752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1" name="Google Shape;2432;p27"/>
              <p:cNvSpPr/>
              <p:nvPr/>
            </p:nvSpPr>
            <p:spPr>
              <a:xfrm>
                <a:off x="922968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32" name="Google Shape;2433;p27"/>
              <p:cNvSpPr/>
              <p:nvPr/>
            </p:nvSpPr>
            <p:spPr>
              <a:xfrm>
                <a:off x="9322200" y="29264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64" name="Google Shape;2434;p27"/>
          <p:cNvGrpSpPr/>
          <p:nvPr/>
        </p:nvGrpSpPr>
        <p:grpSpPr>
          <a:xfrm>
            <a:off x="2360160" y="376200"/>
            <a:ext cx="1252440" cy="50760"/>
            <a:chOff x="2360160" y="376200"/>
            <a:chExt cx="1252440" cy="50760"/>
          </a:xfrm>
        </p:grpSpPr>
        <p:sp>
          <p:nvSpPr>
            <p:cNvPr id="434" name="Google Shape;2435;p27"/>
            <p:cNvSpPr/>
            <p:nvPr/>
          </p:nvSpPr>
          <p:spPr>
            <a:xfrm>
              <a:off x="2360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5" name="Google Shape;2436;p27"/>
            <p:cNvSpPr/>
            <p:nvPr/>
          </p:nvSpPr>
          <p:spPr>
            <a:xfrm>
              <a:off x="2452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6" name="Google Shape;2437;p27"/>
            <p:cNvSpPr/>
            <p:nvPr/>
          </p:nvSpPr>
          <p:spPr>
            <a:xfrm>
              <a:off x="2544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7" name="Google Shape;2438;p27"/>
            <p:cNvSpPr/>
            <p:nvPr/>
          </p:nvSpPr>
          <p:spPr>
            <a:xfrm>
              <a:off x="26373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8" name="Google Shape;2439;p27"/>
            <p:cNvSpPr/>
            <p:nvPr/>
          </p:nvSpPr>
          <p:spPr>
            <a:xfrm>
              <a:off x="272988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9" name="Google Shape;2440;p27"/>
            <p:cNvSpPr/>
            <p:nvPr/>
          </p:nvSpPr>
          <p:spPr>
            <a:xfrm>
              <a:off x="28224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0" name="Google Shape;2441;p27"/>
            <p:cNvSpPr/>
            <p:nvPr/>
          </p:nvSpPr>
          <p:spPr>
            <a:xfrm>
              <a:off x="29149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1" name="Google Shape;2442;p27"/>
            <p:cNvSpPr/>
            <p:nvPr/>
          </p:nvSpPr>
          <p:spPr>
            <a:xfrm>
              <a:off x="30074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2" name="Google Shape;2443;p27"/>
            <p:cNvSpPr/>
            <p:nvPr/>
          </p:nvSpPr>
          <p:spPr>
            <a:xfrm>
              <a:off x="309960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3" name="Google Shape;2444;p27"/>
            <p:cNvSpPr/>
            <p:nvPr/>
          </p:nvSpPr>
          <p:spPr>
            <a:xfrm>
              <a:off x="31921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4" name="Google Shape;2445;p27"/>
            <p:cNvSpPr/>
            <p:nvPr/>
          </p:nvSpPr>
          <p:spPr>
            <a:xfrm>
              <a:off x="32846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5" name="Google Shape;2446;p27"/>
            <p:cNvSpPr/>
            <p:nvPr/>
          </p:nvSpPr>
          <p:spPr>
            <a:xfrm>
              <a:off x="337716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6" name="Google Shape;2447;p27"/>
            <p:cNvSpPr/>
            <p:nvPr/>
          </p:nvSpPr>
          <p:spPr>
            <a:xfrm>
              <a:off x="346932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7" name="Google Shape;2448;p27"/>
            <p:cNvSpPr/>
            <p:nvPr/>
          </p:nvSpPr>
          <p:spPr>
            <a:xfrm>
              <a:off x="3561840" y="3762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PlaceHolder 1"/>
          <p:cNvSpPr>
            <a:spLocks noGrp="1"/>
          </p:cNvSpPr>
          <p:nvPr>
            <p:ph type="title"/>
          </p:nvPr>
        </p:nvSpPr>
        <p:spPr>
          <a:xfrm>
            <a:off x="2335680" y="758160"/>
            <a:ext cx="4472280" cy="955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/>
          <a:p>
            <a:pPr indent="0">
              <a:buNone/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5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9;p2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3" name="Google Shape;10;p2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" name="Google Shape;11;p2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12;p2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13;p2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14;p2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15;p2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16;p2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17;p2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18;p2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19;p2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0;p2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1;p2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2;p2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3;p2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4;p2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5;p2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6;p2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;p2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8;p2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9;p2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30;p2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31;p2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32;p2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33;p2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34;p2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" name="Google Shape;35;p2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" name="Google Shape;36;p2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" name="Google Shape;37;p2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38;p2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39;p2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40;p2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41;p2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42;p2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43;p2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44;p2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45;p2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" name="Google Shape;46;p2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0" name="Google Shape;47;p2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317600" y="1132200"/>
            <a:ext cx="6508440" cy="199836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2" name="Google Shape;50;p2"/>
          <p:cNvGrpSpPr/>
          <p:nvPr/>
        </p:nvGrpSpPr>
        <p:grpSpPr>
          <a:xfrm>
            <a:off x="0" y="607320"/>
            <a:ext cx="1284120" cy="586440"/>
            <a:chOff x="0" y="607320"/>
            <a:chExt cx="1284120" cy="586440"/>
          </a:xfrm>
        </p:grpSpPr>
        <p:sp>
          <p:nvSpPr>
            <p:cNvPr id="43" name="Google Shape;51;p2"/>
            <p:cNvSpPr/>
            <p:nvPr/>
          </p:nvSpPr>
          <p:spPr>
            <a:xfrm rot="16200000">
              <a:off x="348840" y="25848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" name="Google Shape;52;p2"/>
            <p:cNvGrpSpPr/>
            <p:nvPr/>
          </p:nvGrpSpPr>
          <p:grpSpPr>
            <a:xfrm>
              <a:off x="360" y="779760"/>
              <a:ext cx="882720" cy="241560"/>
              <a:chOff x="360" y="779760"/>
              <a:chExt cx="882720" cy="241560"/>
            </a:xfrm>
          </p:grpSpPr>
          <p:sp>
            <p:nvSpPr>
              <p:cNvPr id="45" name="Google Shape;53;p2"/>
              <p:cNvSpPr/>
              <p:nvPr/>
            </p:nvSpPr>
            <p:spPr>
              <a:xfrm rot="10800000">
                <a:off x="731160" y="779760"/>
                <a:ext cx="151920" cy="241560"/>
              </a:xfrm>
              <a:custGeom>
                <a:avLst/>
                <a:gdLst>
                  <a:gd name="textAreaLeft" fmla="*/ 0 w 151920"/>
                  <a:gd name="textAreaRight" fmla="*/ 152280 w 15192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684" h="24945">
                    <a:moveTo>
                      <a:pt x="12720" y="0"/>
                    </a:moveTo>
                    <a:cubicBezTo>
                      <a:pt x="13337" y="0"/>
                      <a:pt x="14078" y="247"/>
                      <a:pt x="14572" y="741"/>
                    </a:cubicBezTo>
                    <a:cubicBezTo>
                      <a:pt x="15684" y="1852"/>
                      <a:pt x="15684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684" y="21240"/>
                      <a:pt x="15684" y="22845"/>
                      <a:pt x="14572" y="23957"/>
                    </a:cubicBezTo>
                    <a:cubicBezTo>
                      <a:pt x="13584" y="24944"/>
                      <a:pt x="11855" y="24944"/>
                      <a:pt x="10744" y="23957"/>
                    </a:cubicBezTo>
                    <a:lnTo>
                      <a:pt x="1112" y="14325"/>
                    </a:lnTo>
                    <a:cubicBezTo>
                      <a:pt x="1" y="13213"/>
                      <a:pt x="1" y="11484"/>
                      <a:pt x="1112" y="10496"/>
                    </a:cubicBezTo>
                    <a:lnTo>
                      <a:pt x="10744" y="741"/>
                    </a:lnTo>
                    <a:cubicBezTo>
                      <a:pt x="11361" y="247"/>
                      <a:pt x="11979" y="0"/>
                      <a:pt x="1272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6" name="Google Shape;54;p2"/>
              <p:cNvSpPr/>
              <p:nvPr/>
            </p:nvSpPr>
            <p:spPr>
              <a:xfrm rot="10800000">
                <a:off x="585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1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449" y="741"/>
                    </a:cubicBezTo>
                    <a:cubicBezTo>
                      <a:pt x="15560" y="1852"/>
                      <a:pt x="15560" y="3581"/>
                      <a:pt x="14449" y="4569"/>
                    </a:cubicBezTo>
                    <a:lnTo>
                      <a:pt x="6669" y="12349"/>
                    </a:lnTo>
                    <a:lnTo>
                      <a:pt x="14449" y="20128"/>
                    </a:lnTo>
                    <a:cubicBezTo>
                      <a:pt x="15560" y="21240"/>
                      <a:pt x="15560" y="22845"/>
                      <a:pt x="14449" y="23957"/>
                    </a:cubicBezTo>
                    <a:cubicBezTo>
                      <a:pt x="13461" y="24944"/>
                      <a:pt x="11732" y="24944"/>
                      <a:pt x="10621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621" y="741"/>
                    </a:lnTo>
                    <a:cubicBezTo>
                      <a:pt x="11238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" name="Google Shape;55;p2"/>
              <p:cNvSpPr/>
              <p:nvPr/>
            </p:nvSpPr>
            <p:spPr>
              <a:xfrm rot="10800000">
                <a:off x="43920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448" y="741"/>
                    </a:cubicBezTo>
                    <a:cubicBezTo>
                      <a:pt x="15559" y="1852"/>
                      <a:pt x="15559" y="3581"/>
                      <a:pt x="14448" y="4569"/>
                    </a:cubicBezTo>
                    <a:lnTo>
                      <a:pt x="6792" y="12349"/>
                    </a:lnTo>
                    <a:lnTo>
                      <a:pt x="14448" y="20128"/>
                    </a:lnTo>
                    <a:cubicBezTo>
                      <a:pt x="15559" y="21240"/>
                      <a:pt x="15559" y="22845"/>
                      <a:pt x="14448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855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8" name="Google Shape;56;p2"/>
              <p:cNvSpPr/>
              <p:nvPr/>
            </p:nvSpPr>
            <p:spPr>
              <a:xfrm rot="10800000">
                <a:off x="29304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1" y="13213"/>
                      <a:pt x="1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" name="Google Shape;57;p2"/>
              <p:cNvSpPr/>
              <p:nvPr/>
            </p:nvSpPr>
            <p:spPr>
              <a:xfrm rot="10800000">
                <a:off x="14688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4" y="247"/>
                      <a:pt x="14572" y="741"/>
                    </a:cubicBezTo>
                    <a:cubicBezTo>
                      <a:pt x="15559" y="1852"/>
                      <a:pt x="15559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59" y="21240"/>
                      <a:pt x="15559" y="22845"/>
                      <a:pt x="14572" y="23957"/>
                    </a:cubicBezTo>
                    <a:cubicBezTo>
                      <a:pt x="13460" y="24944"/>
                      <a:pt x="11731" y="24944"/>
                      <a:pt x="10743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3" y="741"/>
                    </a:lnTo>
                    <a:cubicBezTo>
                      <a:pt x="11237" y="247"/>
                      <a:pt x="11978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0" name="Google Shape;58;p2"/>
              <p:cNvSpPr/>
              <p:nvPr/>
            </p:nvSpPr>
            <p:spPr>
              <a:xfrm rot="10800000">
                <a:off x="360" y="779760"/>
                <a:ext cx="150480" cy="241560"/>
              </a:xfrm>
              <a:custGeom>
                <a:avLst/>
                <a:gdLst>
                  <a:gd name="textAreaLeft" fmla="*/ 0 w 150480"/>
                  <a:gd name="textAreaRight" fmla="*/ 150840 w 150480"/>
                  <a:gd name="textAreaTop" fmla="*/ 0 h 241560"/>
                  <a:gd name="textAreaBottom" fmla="*/ 241920 h 241560"/>
                </a:gdLst>
                <a:ahLst/>
                <a:cxnLst/>
                <a:rect l="textAreaLeft" t="textAreaTop" r="textAreaRight" b="textAreaBottom"/>
                <a:pathLst>
                  <a:path w="15560" h="24945">
                    <a:moveTo>
                      <a:pt x="12596" y="0"/>
                    </a:moveTo>
                    <a:cubicBezTo>
                      <a:pt x="13337" y="0"/>
                      <a:pt x="13955" y="247"/>
                      <a:pt x="14572" y="741"/>
                    </a:cubicBezTo>
                    <a:cubicBezTo>
                      <a:pt x="15560" y="1852"/>
                      <a:pt x="15560" y="3581"/>
                      <a:pt x="14572" y="4569"/>
                    </a:cubicBezTo>
                    <a:lnTo>
                      <a:pt x="6792" y="12349"/>
                    </a:lnTo>
                    <a:lnTo>
                      <a:pt x="14572" y="20128"/>
                    </a:lnTo>
                    <a:cubicBezTo>
                      <a:pt x="15560" y="21240"/>
                      <a:pt x="15560" y="22845"/>
                      <a:pt x="14572" y="23957"/>
                    </a:cubicBezTo>
                    <a:cubicBezTo>
                      <a:pt x="13461" y="24944"/>
                      <a:pt x="11732" y="24944"/>
                      <a:pt x="10744" y="23957"/>
                    </a:cubicBezTo>
                    <a:lnTo>
                      <a:pt x="988" y="14325"/>
                    </a:lnTo>
                    <a:cubicBezTo>
                      <a:pt x="0" y="13213"/>
                      <a:pt x="0" y="11484"/>
                      <a:pt x="988" y="10496"/>
                    </a:cubicBezTo>
                    <a:lnTo>
                      <a:pt x="10744" y="741"/>
                    </a:lnTo>
                    <a:cubicBezTo>
                      <a:pt x="11238" y="247"/>
                      <a:pt x="11979" y="0"/>
                      <a:pt x="1259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1" name="Google Shape;59;p2"/>
          <p:cNvGrpSpPr/>
          <p:nvPr/>
        </p:nvGrpSpPr>
        <p:grpSpPr>
          <a:xfrm>
            <a:off x="-141480" y="2076840"/>
            <a:ext cx="552600" cy="98640"/>
            <a:chOff x="-141480" y="2076840"/>
            <a:chExt cx="552600" cy="98640"/>
          </a:xfrm>
        </p:grpSpPr>
        <p:sp>
          <p:nvSpPr>
            <p:cNvPr id="52" name="Google Shape;60;p2"/>
            <p:cNvSpPr/>
            <p:nvPr/>
          </p:nvSpPr>
          <p:spPr>
            <a:xfrm rot="5400000">
              <a:off x="312480" y="20768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61;p2"/>
            <p:cNvSpPr/>
            <p:nvPr/>
          </p:nvSpPr>
          <p:spPr>
            <a:xfrm rot="5400000">
              <a:off x="339120" y="210348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62;p2"/>
            <p:cNvSpPr/>
            <p:nvPr/>
          </p:nvSpPr>
          <p:spPr>
            <a:xfrm rot="5400000">
              <a:off x="-141480" y="20797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63;p2"/>
            <p:cNvSpPr/>
            <p:nvPr/>
          </p:nvSpPr>
          <p:spPr>
            <a:xfrm rot="5400000">
              <a:off x="-117720" y="21038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64;p2"/>
            <p:cNvSpPr/>
            <p:nvPr/>
          </p:nvSpPr>
          <p:spPr>
            <a:xfrm rot="5400000">
              <a:off x="134640" y="19411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7" name="Google Shape;65;p2"/>
          <p:cNvGrpSpPr/>
          <p:nvPr/>
        </p:nvGrpSpPr>
        <p:grpSpPr>
          <a:xfrm>
            <a:off x="-1414440" y="3058560"/>
            <a:ext cx="2297520" cy="347040"/>
            <a:chOff x="-1414440" y="3058560"/>
            <a:chExt cx="2297520" cy="347040"/>
          </a:xfrm>
        </p:grpSpPr>
        <p:sp>
          <p:nvSpPr>
            <p:cNvPr id="58" name="Google Shape;66;p2"/>
            <p:cNvSpPr/>
            <p:nvPr/>
          </p:nvSpPr>
          <p:spPr>
            <a:xfrm>
              <a:off x="-1414440" y="333792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67;p2"/>
            <p:cNvSpPr/>
            <p:nvPr/>
          </p:nvSpPr>
          <p:spPr>
            <a:xfrm>
              <a:off x="-1111320" y="30585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26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0" name="Google Shape;68;p2"/>
          <p:cNvGrpSpPr/>
          <p:nvPr/>
        </p:nvGrpSpPr>
        <p:grpSpPr>
          <a:xfrm>
            <a:off x="-799200" y="4138920"/>
            <a:ext cx="1822320" cy="196560"/>
            <a:chOff x="-799200" y="4138920"/>
            <a:chExt cx="1822320" cy="196560"/>
          </a:xfrm>
        </p:grpSpPr>
        <p:sp>
          <p:nvSpPr>
            <p:cNvPr id="61" name="Google Shape;69;p2"/>
            <p:cNvSpPr/>
            <p:nvPr/>
          </p:nvSpPr>
          <p:spPr>
            <a:xfrm flipH="1">
              <a:off x="-799200" y="418536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2" name="Google Shape;70;p2"/>
            <p:cNvSpPr/>
            <p:nvPr/>
          </p:nvSpPr>
          <p:spPr>
            <a:xfrm flipH="1">
              <a:off x="931680" y="413892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3" name="Google Shape;71;p2"/>
            <p:cNvSpPr/>
            <p:nvPr/>
          </p:nvSpPr>
          <p:spPr>
            <a:xfrm flipH="1">
              <a:off x="955080" y="416376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" name="Google Shape;72;p2"/>
          <p:cNvSpPr/>
          <p:nvPr/>
        </p:nvSpPr>
        <p:spPr>
          <a:xfrm rot="10800000">
            <a:off x="8028000" y="247932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134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" name="Google Shape;73;p2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6" name="Google Shape;74;p2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67" name="Google Shape;75;p2"/>
          <p:cNvGrpSpPr/>
          <p:nvPr/>
        </p:nvGrpSpPr>
        <p:grpSpPr>
          <a:xfrm>
            <a:off x="7812720" y="997920"/>
            <a:ext cx="1520640" cy="301680"/>
            <a:chOff x="7812720" y="997920"/>
            <a:chExt cx="1520640" cy="301680"/>
          </a:xfrm>
        </p:grpSpPr>
        <p:sp>
          <p:nvSpPr>
            <p:cNvPr id="68" name="Google Shape;76;p2"/>
            <p:cNvSpPr/>
            <p:nvPr/>
          </p:nvSpPr>
          <p:spPr>
            <a:xfrm>
              <a:off x="7906320" y="10443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9" name="Google Shape;77;p2"/>
            <p:cNvSpPr/>
            <p:nvPr/>
          </p:nvSpPr>
          <p:spPr>
            <a:xfrm>
              <a:off x="9241920" y="1208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0" name="Google Shape;78;p2"/>
            <p:cNvSpPr/>
            <p:nvPr/>
          </p:nvSpPr>
          <p:spPr>
            <a:xfrm>
              <a:off x="9265680" y="12326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" name="Google Shape;79;p2"/>
            <p:cNvSpPr/>
            <p:nvPr/>
          </p:nvSpPr>
          <p:spPr>
            <a:xfrm>
              <a:off x="7812720" y="99792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80;p2"/>
            <p:cNvSpPr/>
            <p:nvPr/>
          </p:nvSpPr>
          <p:spPr>
            <a:xfrm>
              <a:off x="7836840" y="10227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3" name="Google Shape;81;p2"/>
          <p:cNvGrpSpPr/>
          <p:nvPr/>
        </p:nvGrpSpPr>
        <p:grpSpPr>
          <a:xfrm>
            <a:off x="8496000" y="1713600"/>
            <a:ext cx="882720" cy="241560"/>
            <a:chOff x="8496000" y="1713600"/>
            <a:chExt cx="882720" cy="241560"/>
          </a:xfrm>
        </p:grpSpPr>
        <p:sp>
          <p:nvSpPr>
            <p:cNvPr id="74" name="Google Shape;82;p2"/>
            <p:cNvSpPr/>
            <p:nvPr/>
          </p:nvSpPr>
          <p:spPr>
            <a:xfrm>
              <a:off x="8496000" y="171360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83;p2"/>
            <p:cNvSpPr/>
            <p:nvPr/>
          </p:nvSpPr>
          <p:spPr>
            <a:xfrm>
              <a:off x="8643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84;p2"/>
            <p:cNvSpPr/>
            <p:nvPr/>
          </p:nvSpPr>
          <p:spPr>
            <a:xfrm>
              <a:off x="878976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85;p2"/>
            <p:cNvSpPr/>
            <p:nvPr/>
          </p:nvSpPr>
          <p:spPr>
            <a:xfrm>
              <a:off x="893592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86;p2"/>
            <p:cNvSpPr/>
            <p:nvPr/>
          </p:nvSpPr>
          <p:spPr>
            <a:xfrm>
              <a:off x="908208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9" name="Google Shape;87;p2"/>
            <p:cNvSpPr/>
            <p:nvPr/>
          </p:nvSpPr>
          <p:spPr>
            <a:xfrm>
              <a:off x="9228240" y="17136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80" name="Google Shape;88;p2"/>
          <p:cNvGrpSpPr/>
          <p:nvPr/>
        </p:nvGrpSpPr>
        <p:grpSpPr>
          <a:xfrm>
            <a:off x="8267400" y="3231000"/>
            <a:ext cx="1105560" cy="133560"/>
            <a:chOff x="8267400" y="3231000"/>
            <a:chExt cx="1105560" cy="133560"/>
          </a:xfrm>
        </p:grpSpPr>
        <p:grpSp>
          <p:nvGrpSpPr>
            <p:cNvPr id="81" name="Google Shape;89;p2"/>
            <p:cNvGrpSpPr/>
            <p:nvPr/>
          </p:nvGrpSpPr>
          <p:grpSpPr>
            <a:xfrm>
              <a:off x="8267400" y="3313800"/>
              <a:ext cx="883080" cy="50760"/>
              <a:chOff x="8267400" y="3313800"/>
              <a:chExt cx="883080" cy="50760"/>
            </a:xfrm>
          </p:grpSpPr>
          <p:sp>
            <p:nvSpPr>
              <p:cNvPr id="82" name="Google Shape;90;p2"/>
              <p:cNvSpPr/>
              <p:nvPr/>
            </p:nvSpPr>
            <p:spPr>
              <a:xfrm>
                <a:off x="82674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3" name="Google Shape;91;p2"/>
              <p:cNvSpPr/>
              <p:nvPr/>
            </p:nvSpPr>
            <p:spPr>
              <a:xfrm>
                <a:off x="83599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4" name="Google Shape;92;p2"/>
              <p:cNvSpPr/>
              <p:nvPr/>
            </p:nvSpPr>
            <p:spPr>
              <a:xfrm>
                <a:off x="84524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5" name="Google Shape;93;p2"/>
              <p:cNvSpPr/>
              <p:nvPr/>
            </p:nvSpPr>
            <p:spPr>
              <a:xfrm>
                <a:off x="85449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6" name="Google Shape;94;p2"/>
              <p:cNvSpPr/>
              <p:nvPr/>
            </p:nvSpPr>
            <p:spPr>
              <a:xfrm>
                <a:off x="86371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7" name="Google Shape;95;p2"/>
              <p:cNvSpPr/>
              <p:nvPr/>
            </p:nvSpPr>
            <p:spPr>
              <a:xfrm>
                <a:off x="872964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8" name="Google Shape;96;p2"/>
              <p:cNvSpPr/>
              <p:nvPr/>
            </p:nvSpPr>
            <p:spPr>
              <a:xfrm>
                <a:off x="882216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9" name="Google Shape;97;p2"/>
              <p:cNvSpPr/>
              <p:nvPr/>
            </p:nvSpPr>
            <p:spPr>
              <a:xfrm>
                <a:off x="891468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0" name="Google Shape;98;p2"/>
              <p:cNvSpPr/>
              <p:nvPr/>
            </p:nvSpPr>
            <p:spPr>
              <a:xfrm>
                <a:off x="900720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1" name="Google Shape;99;p2"/>
              <p:cNvSpPr/>
              <p:nvPr/>
            </p:nvSpPr>
            <p:spPr>
              <a:xfrm>
                <a:off x="9099720" y="33138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92" name="Google Shape;100;p2"/>
            <p:cNvGrpSpPr/>
            <p:nvPr/>
          </p:nvGrpSpPr>
          <p:grpSpPr>
            <a:xfrm>
              <a:off x="8490240" y="3231000"/>
              <a:ext cx="882720" cy="50760"/>
              <a:chOff x="8490240" y="3231000"/>
              <a:chExt cx="882720" cy="50760"/>
            </a:xfrm>
          </p:grpSpPr>
          <p:sp>
            <p:nvSpPr>
              <p:cNvPr id="93" name="Google Shape;101;p2"/>
              <p:cNvSpPr/>
              <p:nvPr/>
            </p:nvSpPr>
            <p:spPr>
              <a:xfrm>
                <a:off x="84902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4" name="Google Shape;102;p2"/>
              <p:cNvSpPr/>
              <p:nvPr/>
            </p:nvSpPr>
            <p:spPr>
              <a:xfrm>
                <a:off x="85824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5" name="Google Shape;103;p2"/>
              <p:cNvSpPr/>
              <p:nvPr/>
            </p:nvSpPr>
            <p:spPr>
              <a:xfrm>
                <a:off x="86749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6" name="Google Shape;104;p2"/>
              <p:cNvSpPr/>
              <p:nvPr/>
            </p:nvSpPr>
            <p:spPr>
              <a:xfrm>
                <a:off x="876744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7" name="Google Shape;105;p2"/>
              <p:cNvSpPr/>
              <p:nvPr/>
            </p:nvSpPr>
            <p:spPr>
              <a:xfrm>
                <a:off x="885996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8" name="Google Shape;106;p2"/>
              <p:cNvSpPr/>
              <p:nvPr/>
            </p:nvSpPr>
            <p:spPr>
              <a:xfrm>
                <a:off x="89524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9" name="Google Shape;107;p2"/>
              <p:cNvSpPr/>
              <p:nvPr/>
            </p:nvSpPr>
            <p:spPr>
              <a:xfrm>
                <a:off x="90450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0" name="Google Shape;108;p2"/>
              <p:cNvSpPr/>
              <p:nvPr/>
            </p:nvSpPr>
            <p:spPr>
              <a:xfrm>
                <a:off x="913752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1" name="Google Shape;109;p2"/>
              <p:cNvSpPr/>
              <p:nvPr/>
            </p:nvSpPr>
            <p:spPr>
              <a:xfrm>
                <a:off x="922968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2" name="Google Shape;110;p2"/>
              <p:cNvSpPr/>
              <p:nvPr/>
            </p:nvSpPr>
            <p:spPr>
              <a:xfrm>
                <a:off x="9322200" y="323100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03" name="Google Shape;111;p2"/>
          <p:cNvGrpSpPr/>
          <p:nvPr/>
        </p:nvGrpSpPr>
        <p:grpSpPr>
          <a:xfrm>
            <a:off x="7911360" y="4536000"/>
            <a:ext cx="1520280" cy="301680"/>
            <a:chOff x="7911360" y="4536000"/>
            <a:chExt cx="1520280" cy="301680"/>
          </a:xfrm>
        </p:grpSpPr>
        <p:sp>
          <p:nvSpPr>
            <p:cNvPr id="104" name="Google Shape;112;p2"/>
            <p:cNvSpPr/>
            <p:nvPr/>
          </p:nvSpPr>
          <p:spPr>
            <a:xfrm rot="5400000">
              <a:off x="8567640" y="4019400"/>
              <a:ext cx="209160" cy="1335240"/>
            </a:xfrm>
            <a:custGeom>
              <a:avLst/>
              <a:gdLst>
                <a:gd name="textAreaLeft" fmla="*/ 0 w 209160"/>
                <a:gd name="textAreaRight" fmla="*/ 209520 w 209160"/>
                <a:gd name="textAreaTop" fmla="*/ 0 h 1335240"/>
                <a:gd name="textAreaBottom" fmla="*/ 1335600 h 1335240"/>
              </a:gdLst>
              <a:ahLst/>
              <a:cxnLst/>
              <a:rect l="textAreaLeft" t="textAreaTop" r="textAreaRight" b="textAreaBottom"/>
              <a:pathLst>
                <a:path w="6719" h="42862" fill="none">
                  <a:moveTo>
                    <a:pt x="0" y="42862"/>
                  </a:moveTo>
                  <a:lnTo>
                    <a:pt x="0" y="23799"/>
                  </a:lnTo>
                  <a:lnTo>
                    <a:pt x="6718" y="17056"/>
                  </a:lnTo>
                  <a:lnTo>
                    <a:pt x="6718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13;p2"/>
            <p:cNvSpPr/>
            <p:nvPr/>
          </p:nvSpPr>
          <p:spPr>
            <a:xfrm rot="5400000">
              <a:off x="9340200" y="4746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1"/>
                  </a:moveTo>
                  <a:cubicBezTo>
                    <a:pt x="2281" y="1"/>
                    <a:pt x="2951" y="645"/>
                    <a:pt x="2951" y="1463"/>
                  </a:cubicBezTo>
                  <a:cubicBezTo>
                    <a:pt x="2951" y="2281"/>
                    <a:pt x="2281" y="2951"/>
                    <a:pt x="1463" y="2951"/>
                  </a:cubicBezTo>
                  <a:cubicBezTo>
                    <a:pt x="645" y="2951"/>
                    <a:pt x="1" y="2281"/>
                    <a:pt x="1" y="1463"/>
                  </a:cubicBezTo>
                  <a:cubicBezTo>
                    <a:pt x="1" y="645"/>
                    <a:pt x="645" y="1"/>
                    <a:pt x="1463" y="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14;p2"/>
            <p:cNvSpPr/>
            <p:nvPr/>
          </p:nvSpPr>
          <p:spPr>
            <a:xfrm rot="5400000">
              <a:off x="9365040" y="47703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4" y="0"/>
                  </a:moveTo>
                  <a:cubicBezTo>
                    <a:pt x="322" y="0"/>
                    <a:pt x="0" y="322"/>
                    <a:pt x="0" y="694"/>
                  </a:cubicBezTo>
                  <a:cubicBezTo>
                    <a:pt x="0" y="1091"/>
                    <a:pt x="322" y="1388"/>
                    <a:pt x="694" y="1388"/>
                  </a:cubicBezTo>
                  <a:cubicBezTo>
                    <a:pt x="1091" y="1388"/>
                    <a:pt x="1388" y="1091"/>
                    <a:pt x="1388" y="694"/>
                  </a:cubicBezTo>
                  <a:cubicBezTo>
                    <a:pt x="1388" y="322"/>
                    <a:pt x="1091" y="0"/>
                    <a:pt x="694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15;p2"/>
            <p:cNvSpPr/>
            <p:nvPr/>
          </p:nvSpPr>
          <p:spPr>
            <a:xfrm rot="5400000">
              <a:off x="7911360" y="45360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88" y="0"/>
                  </a:moveTo>
                  <a:cubicBezTo>
                    <a:pt x="2306" y="0"/>
                    <a:pt x="2951" y="670"/>
                    <a:pt x="2951" y="1463"/>
                  </a:cubicBezTo>
                  <a:cubicBezTo>
                    <a:pt x="2951" y="2281"/>
                    <a:pt x="2306" y="2950"/>
                    <a:pt x="1488" y="2950"/>
                  </a:cubicBezTo>
                  <a:cubicBezTo>
                    <a:pt x="670" y="2950"/>
                    <a:pt x="1" y="2281"/>
                    <a:pt x="1" y="1463"/>
                  </a:cubicBezTo>
                  <a:cubicBezTo>
                    <a:pt x="1" y="670"/>
                    <a:pt x="670" y="0"/>
                    <a:pt x="1488" y="0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16;p2"/>
            <p:cNvSpPr/>
            <p:nvPr/>
          </p:nvSpPr>
          <p:spPr>
            <a:xfrm rot="5400000">
              <a:off x="7935480" y="45612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9" name="Google Shape;117;p2"/>
          <p:cNvGrpSpPr/>
          <p:nvPr/>
        </p:nvGrpSpPr>
        <p:grpSpPr>
          <a:xfrm>
            <a:off x="1710360" y="-108000"/>
            <a:ext cx="1520640" cy="301680"/>
            <a:chOff x="1710360" y="-108000"/>
            <a:chExt cx="1520640" cy="301680"/>
          </a:xfrm>
        </p:grpSpPr>
        <p:sp>
          <p:nvSpPr>
            <p:cNvPr id="110" name="Google Shape;118;p2"/>
            <p:cNvSpPr/>
            <p:nvPr/>
          </p:nvSpPr>
          <p:spPr>
            <a:xfrm>
              <a:off x="1803960" y="-6156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119;p2"/>
            <p:cNvSpPr/>
            <p:nvPr/>
          </p:nvSpPr>
          <p:spPr>
            <a:xfrm>
              <a:off x="3139560" y="1022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2" name="Google Shape;120;p2"/>
            <p:cNvSpPr/>
            <p:nvPr/>
          </p:nvSpPr>
          <p:spPr>
            <a:xfrm>
              <a:off x="3163320" y="12672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3" name="Google Shape;121;p2"/>
            <p:cNvSpPr/>
            <p:nvPr/>
          </p:nvSpPr>
          <p:spPr>
            <a:xfrm>
              <a:off x="1710360" y="-1080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4" name="Google Shape;122;p2"/>
            <p:cNvSpPr/>
            <p:nvPr/>
          </p:nvSpPr>
          <p:spPr>
            <a:xfrm>
              <a:off x="1734120" y="-83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5" name="Google Shape;123;p2"/>
          <p:cNvGrpSpPr/>
          <p:nvPr/>
        </p:nvGrpSpPr>
        <p:grpSpPr>
          <a:xfrm>
            <a:off x="6421320" y="-1455120"/>
            <a:ext cx="347040" cy="2297160"/>
            <a:chOff x="6421320" y="-1455120"/>
            <a:chExt cx="347040" cy="2297160"/>
          </a:xfrm>
        </p:grpSpPr>
        <p:sp>
          <p:nvSpPr>
            <p:cNvPr id="116" name="Google Shape;124;p2"/>
            <p:cNvSpPr/>
            <p:nvPr/>
          </p:nvSpPr>
          <p:spPr>
            <a:xfrm rot="5400000">
              <a:off x="5457960" y="-49176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125;p2"/>
            <p:cNvSpPr/>
            <p:nvPr/>
          </p:nvSpPr>
          <p:spPr>
            <a:xfrm rot="5400000">
              <a:off x="5737320" y="-189000"/>
              <a:ext cx="1994400" cy="67680"/>
            </a:xfrm>
            <a:prstGeom prst="roundRect">
              <a:avLst>
                <a:gd name="adj" fmla="val 50000"/>
              </a:avLst>
            </a:prstGeom>
            <a:gradFill rotWithShape="0">
              <a:gsLst>
                <a:gs pos="0">
                  <a:srgbClr val="151B46"/>
                </a:gs>
                <a:gs pos="100000">
                  <a:srgbClr val="8FFFFF"/>
                </a:gs>
              </a:gsLst>
              <a:lin ang="8094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4120" bIns="241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8" name="Google Shape;126;p2"/>
          <p:cNvSpPr/>
          <p:nvPr/>
        </p:nvSpPr>
        <p:spPr>
          <a:xfrm rot="10800000">
            <a:off x="1024200" y="4389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oogle Shape;1391;p18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209" name="Google Shape;1392;p18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0" name="Google Shape;1393;p18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1" name="Google Shape;1394;p18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1395;p18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1396;p18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1397;p18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1398;p18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1399;p18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1400;p18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1401;p18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9" name="Google Shape;1402;p18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0" name="Google Shape;1403;p18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1" name="Google Shape;1404;p18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1405;p18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1406;p18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1407;p18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1408;p18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1409;p18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1410;p18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1411;p18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9" name="Google Shape;1412;p18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0" name="Google Shape;1413;p18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1" name="Google Shape;1414;p18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2" name="Google Shape;1415;p18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3" name="Google Shape;1416;p18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4" name="Google Shape;1417;p18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5" name="Google Shape;1418;p18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6" name="Google Shape;1419;p18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7" name="Google Shape;1420;p18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8" name="Google Shape;1421;p18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9" name="Google Shape;1422;p18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0" name="Google Shape;1423;p18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1" name="Google Shape;1424;p18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1425;p18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1426;p18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1427;p18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1428;p18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1429;p18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865440" y="753480"/>
            <a:ext cx="4466520" cy="114120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48" name="Google Shape;1432;p18"/>
          <p:cNvGrpSpPr/>
          <p:nvPr/>
        </p:nvGrpSpPr>
        <p:grpSpPr>
          <a:xfrm>
            <a:off x="246240" y="1697040"/>
            <a:ext cx="241560" cy="882720"/>
            <a:chOff x="246240" y="1697040"/>
            <a:chExt cx="241560" cy="882720"/>
          </a:xfrm>
        </p:grpSpPr>
        <p:sp>
          <p:nvSpPr>
            <p:cNvPr id="249" name="Google Shape;1433;p18"/>
            <p:cNvSpPr/>
            <p:nvPr/>
          </p:nvSpPr>
          <p:spPr>
            <a:xfrm rot="5400000">
              <a:off x="290880" y="1652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1434;p18"/>
            <p:cNvSpPr/>
            <p:nvPr/>
          </p:nvSpPr>
          <p:spPr>
            <a:xfrm rot="5400000">
              <a:off x="291600" y="1798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1435;p18"/>
            <p:cNvSpPr/>
            <p:nvPr/>
          </p:nvSpPr>
          <p:spPr>
            <a:xfrm rot="5400000">
              <a:off x="291600" y="1944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1436;p18"/>
            <p:cNvSpPr/>
            <p:nvPr/>
          </p:nvSpPr>
          <p:spPr>
            <a:xfrm rot="5400000">
              <a:off x="291600" y="2090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1437;p18"/>
            <p:cNvSpPr/>
            <p:nvPr/>
          </p:nvSpPr>
          <p:spPr>
            <a:xfrm rot="5400000">
              <a:off x="291600" y="223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1438;p18"/>
            <p:cNvSpPr/>
            <p:nvPr/>
          </p:nvSpPr>
          <p:spPr>
            <a:xfrm rot="5400000">
              <a:off x="291600" y="238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55" name="Google Shape;1439;p18"/>
          <p:cNvGrpSpPr/>
          <p:nvPr/>
        </p:nvGrpSpPr>
        <p:grpSpPr>
          <a:xfrm>
            <a:off x="2273040" y="-131040"/>
            <a:ext cx="1520280" cy="301320"/>
            <a:chOff x="2273040" y="-131040"/>
            <a:chExt cx="1520280" cy="301320"/>
          </a:xfrm>
        </p:grpSpPr>
        <p:sp>
          <p:nvSpPr>
            <p:cNvPr id="256" name="Google Shape;1440;p18"/>
            <p:cNvSpPr/>
            <p:nvPr/>
          </p:nvSpPr>
          <p:spPr>
            <a:xfrm>
              <a:off x="2366280" y="-846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1441;p18"/>
            <p:cNvSpPr/>
            <p:nvPr/>
          </p:nvSpPr>
          <p:spPr>
            <a:xfrm>
              <a:off x="3701880" y="788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1442;p18"/>
            <p:cNvSpPr/>
            <p:nvPr/>
          </p:nvSpPr>
          <p:spPr>
            <a:xfrm>
              <a:off x="3726000" y="1036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1443;p18"/>
            <p:cNvSpPr/>
            <p:nvPr/>
          </p:nvSpPr>
          <p:spPr>
            <a:xfrm>
              <a:off x="2273040" y="-13104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1444;p18"/>
            <p:cNvSpPr/>
            <p:nvPr/>
          </p:nvSpPr>
          <p:spPr>
            <a:xfrm>
              <a:off x="2296800" y="-106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61" name="Google Shape;1445;p18"/>
          <p:cNvGrpSpPr/>
          <p:nvPr/>
        </p:nvGrpSpPr>
        <p:grpSpPr>
          <a:xfrm>
            <a:off x="-141480" y="4021920"/>
            <a:ext cx="552600" cy="98640"/>
            <a:chOff x="-141480" y="4021920"/>
            <a:chExt cx="552600" cy="98640"/>
          </a:xfrm>
        </p:grpSpPr>
        <p:sp>
          <p:nvSpPr>
            <p:cNvPr id="262" name="Google Shape;1446;p18"/>
            <p:cNvSpPr/>
            <p:nvPr/>
          </p:nvSpPr>
          <p:spPr>
            <a:xfrm rot="5400000">
              <a:off x="312480" y="402192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3" name="Google Shape;1447;p18"/>
            <p:cNvSpPr/>
            <p:nvPr/>
          </p:nvSpPr>
          <p:spPr>
            <a:xfrm rot="5400000">
              <a:off x="339120" y="404892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4" name="Google Shape;1448;p18"/>
            <p:cNvSpPr/>
            <p:nvPr/>
          </p:nvSpPr>
          <p:spPr>
            <a:xfrm rot="5400000">
              <a:off x="-141480" y="402516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5" name="Google Shape;1449;p18"/>
            <p:cNvSpPr/>
            <p:nvPr/>
          </p:nvSpPr>
          <p:spPr>
            <a:xfrm rot="5400000">
              <a:off x="-117720" y="404892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6" name="Google Shape;1450;p18"/>
            <p:cNvSpPr/>
            <p:nvPr/>
          </p:nvSpPr>
          <p:spPr>
            <a:xfrm rot="5400000">
              <a:off x="134640" y="388620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67" name="Google Shape;1451;p18"/>
          <p:cNvSpPr/>
          <p:nvPr/>
        </p:nvSpPr>
        <p:spPr>
          <a:xfrm>
            <a:off x="538560" y="-2692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162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8" name="Google Shape;1452;p18"/>
          <p:cNvSpPr/>
          <p:nvPr/>
        </p:nvSpPr>
        <p:spPr>
          <a:xfrm rot="10800000">
            <a:off x="8557560" y="385956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9" name="Google Shape;1453;p18"/>
          <p:cNvSpPr/>
          <p:nvPr/>
        </p:nvSpPr>
        <p:spPr>
          <a:xfrm rot="5400000">
            <a:off x="8206560" y="-34884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70" name="Google Shape;1454;p18"/>
          <p:cNvGrpSpPr/>
          <p:nvPr/>
        </p:nvGrpSpPr>
        <p:grpSpPr>
          <a:xfrm>
            <a:off x="8694000" y="-363240"/>
            <a:ext cx="301320" cy="1520280"/>
            <a:chOff x="8694000" y="-363240"/>
            <a:chExt cx="301320" cy="1520280"/>
          </a:xfrm>
        </p:grpSpPr>
        <p:sp>
          <p:nvSpPr>
            <p:cNvPr id="271" name="Google Shape;1455;p18"/>
            <p:cNvSpPr/>
            <p:nvPr/>
          </p:nvSpPr>
          <p:spPr>
            <a:xfrm rot="5400000">
              <a:off x="8177040" y="29304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1456;p18"/>
            <p:cNvSpPr/>
            <p:nvPr/>
          </p:nvSpPr>
          <p:spPr>
            <a:xfrm rot="5400000">
              <a:off x="8694000" y="10656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1457;p18"/>
            <p:cNvSpPr/>
            <p:nvPr/>
          </p:nvSpPr>
          <p:spPr>
            <a:xfrm rot="5400000">
              <a:off x="8718120" y="10900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1458;p18"/>
            <p:cNvSpPr/>
            <p:nvPr/>
          </p:nvSpPr>
          <p:spPr>
            <a:xfrm rot="5400000">
              <a:off x="8903160" y="-36360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1459;p18"/>
            <p:cNvSpPr/>
            <p:nvPr/>
          </p:nvSpPr>
          <p:spPr>
            <a:xfrm rot="5400000">
              <a:off x="8928000" y="-33948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76" name="Google Shape;1460;p18"/>
          <p:cNvGrpSpPr/>
          <p:nvPr/>
        </p:nvGrpSpPr>
        <p:grpSpPr>
          <a:xfrm>
            <a:off x="-240840" y="4336200"/>
            <a:ext cx="1524960" cy="586440"/>
            <a:chOff x="-240840" y="4336200"/>
            <a:chExt cx="1524960" cy="586440"/>
          </a:xfrm>
        </p:grpSpPr>
        <p:sp>
          <p:nvSpPr>
            <p:cNvPr id="277" name="Google Shape;1461;p18"/>
            <p:cNvSpPr/>
            <p:nvPr/>
          </p:nvSpPr>
          <p:spPr>
            <a:xfrm rot="16200000">
              <a:off x="348840" y="3987360"/>
              <a:ext cx="586440" cy="1284120"/>
            </a:xfrm>
            <a:prstGeom prst="flowChartOffpageConnector">
              <a:avLst/>
            </a:prstGeom>
            <a:gradFill rotWithShape="0">
              <a:gsLst>
                <a:gs pos="0">
                  <a:srgbClr val="1D2875"/>
                </a:gs>
                <a:gs pos="100000">
                  <a:srgbClr val="151B46"/>
                </a:gs>
              </a:gsLst>
              <a:lin ang="108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78" name="Google Shape;1462;p18"/>
            <p:cNvGrpSpPr/>
            <p:nvPr/>
          </p:nvGrpSpPr>
          <p:grpSpPr>
            <a:xfrm>
              <a:off x="-240840" y="4562280"/>
              <a:ext cx="1105560" cy="133920"/>
              <a:chOff x="-240840" y="4562280"/>
              <a:chExt cx="1105560" cy="133920"/>
            </a:xfrm>
          </p:grpSpPr>
          <p:grpSp>
            <p:nvGrpSpPr>
              <p:cNvPr id="279" name="Google Shape;1463;p18"/>
              <p:cNvGrpSpPr/>
              <p:nvPr/>
            </p:nvGrpSpPr>
            <p:grpSpPr>
              <a:xfrm>
                <a:off x="-240840" y="4645440"/>
                <a:ext cx="883080" cy="50760"/>
                <a:chOff x="-240840" y="4645440"/>
                <a:chExt cx="883080" cy="50760"/>
              </a:xfrm>
            </p:grpSpPr>
            <p:sp>
              <p:nvSpPr>
                <p:cNvPr id="280" name="Google Shape;1464;p18"/>
                <p:cNvSpPr/>
                <p:nvPr/>
              </p:nvSpPr>
              <p:spPr>
                <a:xfrm>
                  <a:off x="-2408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1" name="Google Shape;1465;p18"/>
                <p:cNvSpPr/>
                <p:nvPr/>
              </p:nvSpPr>
              <p:spPr>
                <a:xfrm>
                  <a:off x="-1483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2" name="Google Shape;1466;p18"/>
                <p:cNvSpPr/>
                <p:nvPr/>
              </p:nvSpPr>
              <p:spPr>
                <a:xfrm>
                  <a:off x="-558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3" name="Google Shape;1467;p18"/>
                <p:cNvSpPr/>
                <p:nvPr/>
              </p:nvSpPr>
              <p:spPr>
                <a:xfrm>
                  <a:off x="367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" name="Google Shape;1468;p18"/>
                <p:cNvSpPr/>
                <p:nvPr/>
              </p:nvSpPr>
              <p:spPr>
                <a:xfrm>
                  <a:off x="1288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" name="Google Shape;1469;p18"/>
                <p:cNvSpPr/>
                <p:nvPr/>
              </p:nvSpPr>
              <p:spPr>
                <a:xfrm>
                  <a:off x="22140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" name="Google Shape;1470;p18"/>
                <p:cNvSpPr/>
                <p:nvPr/>
              </p:nvSpPr>
              <p:spPr>
                <a:xfrm>
                  <a:off x="31392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" name="Google Shape;1471;p18"/>
                <p:cNvSpPr/>
                <p:nvPr/>
              </p:nvSpPr>
              <p:spPr>
                <a:xfrm>
                  <a:off x="40644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" name="Google Shape;1472;p18"/>
                <p:cNvSpPr/>
                <p:nvPr/>
              </p:nvSpPr>
              <p:spPr>
                <a:xfrm>
                  <a:off x="49896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9" name="Google Shape;1473;p18"/>
                <p:cNvSpPr/>
                <p:nvPr/>
              </p:nvSpPr>
              <p:spPr>
                <a:xfrm>
                  <a:off x="591480" y="464544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90" name="Google Shape;1474;p18"/>
              <p:cNvGrpSpPr/>
              <p:nvPr/>
            </p:nvGrpSpPr>
            <p:grpSpPr>
              <a:xfrm>
                <a:off x="-18000" y="4562280"/>
                <a:ext cx="882720" cy="50760"/>
                <a:chOff x="-18000" y="4562280"/>
                <a:chExt cx="882720" cy="50760"/>
              </a:xfrm>
            </p:grpSpPr>
            <p:sp>
              <p:nvSpPr>
                <p:cNvPr id="291" name="Google Shape;1475;p18"/>
                <p:cNvSpPr/>
                <p:nvPr/>
              </p:nvSpPr>
              <p:spPr>
                <a:xfrm>
                  <a:off x="-180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" name="Google Shape;1476;p18"/>
                <p:cNvSpPr/>
                <p:nvPr/>
              </p:nvSpPr>
              <p:spPr>
                <a:xfrm>
                  <a:off x="741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" name="Google Shape;1477;p18"/>
                <p:cNvSpPr/>
                <p:nvPr/>
              </p:nvSpPr>
              <p:spPr>
                <a:xfrm>
                  <a:off x="1666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4" name="Google Shape;1478;p18"/>
                <p:cNvSpPr/>
                <p:nvPr/>
              </p:nvSpPr>
              <p:spPr>
                <a:xfrm>
                  <a:off x="25920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5" name="Google Shape;1479;p18"/>
                <p:cNvSpPr/>
                <p:nvPr/>
              </p:nvSpPr>
              <p:spPr>
                <a:xfrm>
                  <a:off x="35172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6" name="Google Shape;1480;p18"/>
                <p:cNvSpPr/>
                <p:nvPr/>
              </p:nvSpPr>
              <p:spPr>
                <a:xfrm>
                  <a:off x="4442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7" name="Google Shape;1481;p18"/>
                <p:cNvSpPr/>
                <p:nvPr/>
              </p:nvSpPr>
              <p:spPr>
                <a:xfrm>
                  <a:off x="5367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8" name="Google Shape;1482;p18"/>
                <p:cNvSpPr/>
                <p:nvPr/>
              </p:nvSpPr>
              <p:spPr>
                <a:xfrm>
                  <a:off x="62928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9" name="Google Shape;1483;p18"/>
                <p:cNvSpPr/>
                <p:nvPr/>
              </p:nvSpPr>
              <p:spPr>
                <a:xfrm>
                  <a:off x="72144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0" name="Google Shape;1484;p18"/>
                <p:cNvSpPr/>
                <p:nvPr/>
              </p:nvSpPr>
              <p:spPr>
                <a:xfrm>
                  <a:off x="813960" y="4562280"/>
                  <a:ext cx="50760" cy="50760"/>
                </a:xfrm>
                <a:prstGeom prst="ellipse">
                  <a:avLst/>
                </a:pr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000" bIns="18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</p:grpSp>
      <p:grpSp>
        <p:nvGrpSpPr>
          <p:cNvPr id="301" name="Google Shape;1485;p18"/>
          <p:cNvGrpSpPr/>
          <p:nvPr/>
        </p:nvGrpSpPr>
        <p:grpSpPr>
          <a:xfrm>
            <a:off x="5717520" y="4966560"/>
            <a:ext cx="1520280" cy="301680"/>
            <a:chOff x="5717520" y="4966560"/>
            <a:chExt cx="1520280" cy="301680"/>
          </a:xfrm>
        </p:grpSpPr>
        <p:sp>
          <p:nvSpPr>
            <p:cNvPr id="302" name="Google Shape;1486;p18"/>
            <p:cNvSpPr/>
            <p:nvPr/>
          </p:nvSpPr>
          <p:spPr>
            <a:xfrm>
              <a:off x="5810760" y="5013000"/>
              <a:ext cx="1335240" cy="209160"/>
            </a:xfrm>
            <a:custGeom>
              <a:avLst/>
              <a:gdLst>
                <a:gd name="textAreaLeft" fmla="*/ 0 w 1335240"/>
                <a:gd name="textAreaRight" fmla="*/ 1335600 w 1335240"/>
                <a:gd name="textAreaTop" fmla="*/ 0 h 209160"/>
                <a:gd name="textAreaBottom" fmla="*/ 209520 h 209160"/>
              </a:gdLst>
              <a:ahLst/>
              <a:cxnLst/>
              <a:rect l="textAreaLeft" t="textAreaTop" r="textAreaRight" b="textAreaBottom"/>
              <a:pathLst>
                <a:path w="42863" h="6719" fill="none">
                  <a:moveTo>
                    <a:pt x="1" y="0"/>
                  </a:moveTo>
                  <a:lnTo>
                    <a:pt x="19064" y="0"/>
                  </a:lnTo>
                  <a:lnTo>
                    <a:pt x="25782" y="6718"/>
                  </a:lnTo>
                  <a:lnTo>
                    <a:pt x="42862" y="6718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1487;p18"/>
            <p:cNvSpPr/>
            <p:nvPr/>
          </p:nvSpPr>
          <p:spPr>
            <a:xfrm>
              <a:off x="7146360" y="51768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2950" y="1463"/>
                  </a:moveTo>
                  <a:cubicBezTo>
                    <a:pt x="2950" y="2281"/>
                    <a:pt x="2281" y="2951"/>
                    <a:pt x="1463" y="2951"/>
                  </a:cubicBezTo>
                  <a:cubicBezTo>
                    <a:pt x="645" y="2951"/>
                    <a:pt x="0" y="2281"/>
                    <a:pt x="0" y="1463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1488;p18"/>
            <p:cNvSpPr/>
            <p:nvPr/>
          </p:nvSpPr>
          <p:spPr>
            <a:xfrm>
              <a:off x="7170480" y="5201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5" y="1"/>
                  </a:moveTo>
                  <a:cubicBezTo>
                    <a:pt x="323" y="1"/>
                    <a:pt x="1" y="298"/>
                    <a:pt x="1" y="670"/>
                  </a:cubicBezTo>
                  <a:cubicBezTo>
                    <a:pt x="1" y="1067"/>
                    <a:pt x="323" y="1364"/>
                    <a:pt x="695" y="1364"/>
                  </a:cubicBezTo>
                  <a:cubicBezTo>
                    <a:pt x="1091" y="1364"/>
                    <a:pt x="1389" y="1067"/>
                    <a:pt x="1389" y="670"/>
                  </a:cubicBezTo>
                  <a:cubicBezTo>
                    <a:pt x="1389" y="298"/>
                    <a:pt x="1091" y="1"/>
                    <a:pt x="695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5" name="Google Shape;1489;p18"/>
            <p:cNvSpPr/>
            <p:nvPr/>
          </p:nvSpPr>
          <p:spPr>
            <a:xfrm>
              <a:off x="5717520" y="4966560"/>
              <a:ext cx="91440" cy="9252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2520"/>
                <a:gd name="textAreaBottom" fmla="*/ 92880 h 92520"/>
              </a:gdLst>
              <a:ahLst/>
              <a:cxnLst/>
              <a:rect l="textAreaLeft" t="textAreaTop" r="textAreaRight" b="textAreaBottom"/>
              <a:pathLst>
                <a:path w="2951" h="2976" fill="none">
                  <a:moveTo>
                    <a:pt x="2950" y="1488"/>
                  </a:moveTo>
                  <a:cubicBezTo>
                    <a:pt x="2950" y="2306"/>
                    <a:pt x="2281" y="2976"/>
                    <a:pt x="1463" y="2976"/>
                  </a:cubicBezTo>
                  <a:cubicBezTo>
                    <a:pt x="645" y="2976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440" bIns="46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6" name="Google Shape;1490;p18"/>
            <p:cNvSpPr/>
            <p:nvPr/>
          </p:nvSpPr>
          <p:spPr>
            <a:xfrm>
              <a:off x="5741280" y="499140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322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2" y="1388"/>
                    <a:pt x="1389" y="1066"/>
                    <a:pt x="1389" y="694"/>
                  </a:cubicBezTo>
                  <a:cubicBezTo>
                    <a:pt x="1389" y="322"/>
                    <a:pt x="1092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0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1D2875"/>
            </a:gs>
            <a:gs pos="100000">
              <a:srgbClr val="000000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6" name="Google Shape;230;p4"/>
          <p:cNvGrpSpPr/>
          <p:nvPr/>
        </p:nvGrpSpPr>
        <p:grpSpPr>
          <a:xfrm>
            <a:off x="0" y="0"/>
            <a:ext cx="9143280" cy="5142960"/>
            <a:chOff x="0" y="0"/>
            <a:chExt cx="9143280" cy="5142960"/>
          </a:xfrm>
        </p:grpSpPr>
        <p:sp>
          <p:nvSpPr>
            <p:cNvPr id="467" name="Google Shape;231;p4"/>
            <p:cNvSpPr/>
            <p:nvPr/>
          </p:nvSpPr>
          <p:spPr>
            <a:xfrm>
              <a:off x="0" y="5132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8" name="Google Shape;232;p4"/>
            <p:cNvSpPr/>
            <p:nvPr/>
          </p:nvSpPr>
          <p:spPr>
            <a:xfrm>
              <a:off x="0" y="49942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9" name="Google Shape;233;p4"/>
            <p:cNvSpPr/>
            <p:nvPr/>
          </p:nvSpPr>
          <p:spPr>
            <a:xfrm>
              <a:off x="0" y="48553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0" name="Google Shape;234;p4"/>
            <p:cNvSpPr/>
            <p:nvPr/>
          </p:nvSpPr>
          <p:spPr>
            <a:xfrm>
              <a:off x="0" y="47163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1" name="Google Shape;235;p4"/>
            <p:cNvSpPr/>
            <p:nvPr/>
          </p:nvSpPr>
          <p:spPr>
            <a:xfrm>
              <a:off x="0" y="45784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2" name="Google Shape;236;p4"/>
            <p:cNvSpPr/>
            <p:nvPr/>
          </p:nvSpPr>
          <p:spPr>
            <a:xfrm>
              <a:off x="0" y="44395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3" name="Google Shape;237;p4"/>
            <p:cNvSpPr/>
            <p:nvPr/>
          </p:nvSpPr>
          <p:spPr>
            <a:xfrm>
              <a:off x="0" y="43009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4" name="Google Shape;238;p4"/>
            <p:cNvSpPr/>
            <p:nvPr/>
          </p:nvSpPr>
          <p:spPr>
            <a:xfrm>
              <a:off x="0" y="4161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5" name="Google Shape;239;p4"/>
            <p:cNvSpPr/>
            <p:nvPr/>
          </p:nvSpPr>
          <p:spPr>
            <a:xfrm>
              <a:off x="0" y="40230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6" name="Google Shape;240;p4"/>
            <p:cNvSpPr/>
            <p:nvPr/>
          </p:nvSpPr>
          <p:spPr>
            <a:xfrm>
              <a:off x="0" y="38844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7" name="Google Shape;241;p4"/>
            <p:cNvSpPr/>
            <p:nvPr/>
          </p:nvSpPr>
          <p:spPr>
            <a:xfrm>
              <a:off x="0" y="3745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242;p4"/>
            <p:cNvSpPr/>
            <p:nvPr/>
          </p:nvSpPr>
          <p:spPr>
            <a:xfrm>
              <a:off x="0" y="36075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243;p4"/>
            <p:cNvSpPr/>
            <p:nvPr/>
          </p:nvSpPr>
          <p:spPr>
            <a:xfrm>
              <a:off x="0" y="34686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0" name="Google Shape;244;p4"/>
            <p:cNvSpPr/>
            <p:nvPr/>
          </p:nvSpPr>
          <p:spPr>
            <a:xfrm>
              <a:off x="0" y="33296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1" name="Google Shape;245;p4"/>
            <p:cNvSpPr/>
            <p:nvPr/>
          </p:nvSpPr>
          <p:spPr>
            <a:xfrm>
              <a:off x="0" y="31910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2" name="Google Shape;246;p4"/>
            <p:cNvSpPr/>
            <p:nvPr/>
          </p:nvSpPr>
          <p:spPr>
            <a:xfrm>
              <a:off x="0" y="30520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4"/>
                  </a:lnTo>
                  <a:lnTo>
                    <a:pt x="0" y="33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3" name="Google Shape;247;p4"/>
            <p:cNvSpPr/>
            <p:nvPr/>
          </p:nvSpPr>
          <p:spPr>
            <a:xfrm>
              <a:off x="0" y="29131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4" name="Google Shape;248;p4"/>
            <p:cNvSpPr/>
            <p:nvPr/>
          </p:nvSpPr>
          <p:spPr>
            <a:xfrm>
              <a:off x="0" y="27741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5" name="Google Shape;249;p4"/>
            <p:cNvSpPr/>
            <p:nvPr/>
          </p:nvSpPr>
          <p:spPr>
            <a:xfrm>
              <a:off x="0" y="26362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6" name="Google Shape;250;p4"/>
            <p:cNvSpPr/>
            <p:nvPr/>
          </p:nvSpPr>
          <p:spPr>
            <a:xfrm>
              <a:off x="0" y="249768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5"/>
                  </a:lnTo>
                  <a:lnTo>
                    <a:pt x="0" y="30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7" name="Google Shape;251;p4"/>
            <p:cNvSpPr/>
            <p:nvPr/>
          </p:nvSpPr>
          <p:spPr>
            <a:xfrm>
              <a:off x="0" y="23587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8" name="Google Shape;252;p4"/>
            <p:cNvSpPr/>
            <p:nvPr/>
          </p:nvSpPr>
          <p:spPr>
            <a:xfrm>
              <a:off x="0" y="22197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89" name="Google Shape;253;p4"/>
            <p:cNvSpPr/>
            <p:nvPr/>
          </p:nvSpPr>
          <p:spPr>
            <a:xfrm>
              <a:off x="0" y="20808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0" name="Google Shape;254;p4"/>
            <p:cNvSpPr/>
            <p:nvPr/>
          </p:nvSpPr>
          <p:spPr>
            <a:xfrm>
              <a:off x="0" y="194220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1" name="Google Shape;255;p4"/>
            <p:cNvSpPr/>
            <p:nvPr/>
          </p:nvSpPr>
          <p:spPr>
            <a:xfrm>
              <a:off x="0" y="180432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2" name="Google Shape;256;p4"/>
            <p:cNvSpPr/>
            <p:nvPr/>
          </p:nvSpPr>
          <p:spPr>
            <a:xfrm>
              <a:off x="0" y="166536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3" name="Google Shape;257;p4"/>
            <p:cNvSpPr/>
            <p:nvPr/>
          </p:nvSpPr>
          <p:spPr>
            <a:xfrm>
              <a:off x="0" y="152640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1"/>
                  </a:moveTo>
                  <a:lnTo>
                    <a:pt x="257969" y="1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4" name="Google Shape;258;p4"/>
            <p:cNvSpPr/>
            <p:nvPr/>
          </p:nvSpPr>
          <p:spPr>
            <a:xfrm>
              <a:off x="0" y="13874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5" name="Google Shape;259;p4"/>
            <p:cNvSpPr/>
            <p:nvPr/>
          </p:nvSpPr>
          <p:spPr>
            <a:xfrm>
              <a:off x="0" y="124884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6" name="Google Shape;260;p4"/>
            <p:cNvSpPr/>
            <p:nvPr/>
          </p:nvSpPr>
          <p:spPr>
            <a:xfrm>
              <a:off x="0" y="11098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7" name="Google Shape;261;p4"/>
            <p:cNvSpPr/>
            <p:nvPr/>
          </p:nvSpPr>
          <p:spPr>
            <a:xfrm>
              <a:off x="0" y="9709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6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8" name="Google Shape;262;p4"/>
            <p:cNvSpPr/>
            <p:nvPr/>
          </p:nvSpPr>
          <p:spPr>
            <a:xfrm>
              <a:off x="0" y="8330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99" name="Google Shape;263;p4"/>
            <p:cNvSpPr/>
            <p:nvPr/>
          </p:nvSpPr>
          <p:spPr>
            <a:xfrm>
              <a:off x="0" y="694440"/>
              <a:ext cx="9143280" cy="900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9000"/>
                <a:gd name="textAreaBottom" fmla="*/ 9360 h 9000"/>
              </a:gdLst>
              <a:ahLst/>
              <a:cxnLst/>
              <a:rect l="textAreaLeft" t="textAreaTop" r="textAreaRight" b="textAreaBottom"/>
              <a:pathLst>
                <a:path w="257969" h="305">
                  <a:moveTo>
                    <a:pt x="0" y="0"/>
                  </a:moveTo>
                  <a:lnTo>
                    <a:pt x="257969" y="0"/>
                  </a:lnTo>
                  <a:lnTo>
                    <a:pt x="257969" y="304"/>
                  </a:lnTo>
                  <a:lnTo>
                    <a:pt x="0" y="304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680" bIns="46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0" name="Google Shape;264;p4"/>
            <p:cNvSpPr/>
            <p:nvPr/>
          </p:nvSpPr>
          <p:spPr>
            <a:xfrm>
              <a:off x="0" y="55548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1" name="Google Shape;265;p4"/>
            <p:cNvSpPr/>
            <p:nvPr/>
          </p:nvSpPr>
          <p:spPr>
            <a:xfrm>
              <a:off x="0" y="41652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2" name="Google Shape;266;p4"/>
            <p:cNvSpPr/>
            <p:nvPr/>
          </p:nvSpPr>
          <p:spPr>
            <a:xfrm>
              <a:off x="0" y="2775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3" name="Google Shape;267;p4"/>
            <p:cNvSpPr/>
            <p:nvPr/>
          </p:nvSpPr>
          <p:spPr>
            <a:xfrm>
              <a:off x="0" y="13896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0"/>
                  </a:moveTo>
                  <a:lnTo>
                    <a:pt x="257969" y="0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4" name="Google Shape;268;p4"/>
            <p:cNvSpPr/>
            <p:nvPr/>
          </p:nvSpPr>
          <p:spPr>
            <a:xfrm>
              <a:off x="0" y="0"/>
              <a:ext cx="9143280" cy="10080"/>
            </a:xfrm>
            <a:custGeom>
              <a:avLst/>
              <a:gdLst>
                <a:gd name="textAreaLeft" fmla="*/ 0 w 9143280"/>
                <a:gd name="textAreaRight" fmla="*/ 9143640 w 9143280"/>
                <a:gd name="textAreaTop" fmla="*/ 0 h 10080"/>
                <a:gd name="textAreaBottom" fmla="*/ 10440 h 10080"/>
              </a:gdLst>
              <a:ahLst/>
              <a:cxnLst/>
              <a:rect l="textAreaLeft" t="textAreaTop" r="textAreaRight" b="textAreaBottom"/>
              <a:pathLst>
                <a:path w="257969" h="335">
                  <a:moveTo>
                    <a:pt x="0" y="1"/>
                  </a:moveTo>
                  <a:lnTo>
                    <a:pt x="257969" y="1"/>
                  </a:lnTo>
                  <a:lnTo>
                    <a:pt x="257969" y="335"/>
                  </a:lnTo>
                  <a:lnTo>
                    <a:pt x="0" y="335"/>
                  </a:lnTo>
                  <a:close/>
                </a:path>
              </a:pathLst>
            </a:custGeom>
            <a:solidFill>
              <a:srgbClr val="000000">
                <a:alpha val="59000"/>
              </a:srgb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5040" bIns="50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05" name="PlaceHolder 1"/>
          <p:cNvSpPr>
            <a:spLocks noGrp="1"/>
          </p:cNvSpPr>
          <p:nvPr>
            <p:ph type="title"/>
          </p:nvPr>
        </p:nvSpPr>
        <p:spPr>
          <a:xfrm>
            <a:off x="713160" y="539280"/>
            <a:ext cx="771732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06" name="PlaceHolder 2"/>
          <p:cNvSpPr>
            <a:spLocks noGrp="1"/>
          </p:cNvSpPr>
          <p:nvPr>
            <p:ph type="body"/>
          </p:nvPr>
        </p:nvSpPr>
        <p:spPr>
          <a:xfrm>
            <a:off x="713160" y="1187640"/>
            <a:ext cx="771732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grpSp>
        <p:nvGrpSpPr>
          <p:cNvPr id="507" name="Google Shape;271;p4"/>
          <p:cNvGrpSpPr/>
          <p:nvPr/>
        </p:nvGrpSpPr>
        <p:grpSpPr>
          <a:xfrm>
            <a:off x="8609040" y="-619560"/>
            <a:ext cx="296280" cy="1823040"/>
            <a:chOff x="8609040" y="-619560"/>
            <a:chExt cx="296280" cy="1823040"/>
          </a:xfrm>
        </p:grpSpPr>
        <p:sp>
          <p:nvSpPr>
            <p:cNvPr id="508" name="Google Shape;272;p4"/>
            <p:cNvSpPr/>
            <p:nvPr/>
          </p:nvSpPr>
          <p:spPr>
            <a:xfrm rot="16200000" flipV="1">
              <a:off x="7822080" y="16740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09" name="Google Shape;273;p4"/>
            <p:cNvSpPr/>
            <p:nvPr/>
          </p:nvSpPr>
          <p:spPr>
            <a:xfrm rot="16200000" flipV="1">
              <a:off x="8813880" y="51552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0" name="Google Shape;274;p4"/>
            <p:cNvSpPr/>
            <p:nvPr/>
          </p:nvSpPr>
          <p:spPr>
            <a:xfrm rot="16200000" flipV="1">
              <a:off x="8838000" y="53928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1" name="Google Shape;275;p4"/>
            <p:cNvSpPr/>
            <p:nvPr/>
          </p:nvSpPr>
          <p:spPr>
            <a:xfrm rot="16200000" flipV="1">
              <a:off x="8714160" y="11120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2" name="Google Shape;276;p4"/>
            <p:cNvSpPr/>
            <p:nvPr/>
          </p:nvSpPr>
          <p:spPr>
            <a:xfrm rot="16200000" flipV="1">
              <a:off x="8738280" y="113544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3" name="Google Shape;277;p4"/>
            <p:cNvSpPr/>
            <p:nvPr/>
          </p:nvSpPr>
          <p:spPr>
            <a:xfrm rot="16200000" flipV="1">
              <a:off x="8204040" y="-1400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-360 h 174960"/>
                <a:gd name="textAreaBottom" fmla="*/ 17496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14" name="Google Shape;278;p4"/>
          <p:cNvSpPr/>
          <p:nvPr/>
        </p:nvSpPr>
        <p:spPr>
          <a:xfrm rot="5400000">
            <a:off x="8206560" y="420768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15" name="Google Shape;279;p4"/>
          <p:cNvGrpSpPr/>
          <p:nvPr/>
        </p:nvGrpSpPr>
        <p:grpSpPr>
          <a:xfrm>
            <a:off x="8086320" y="4723920"/>
            <a:ext cx="1822680" cy="196560"/>
            <a:chOff x="8086320" y="4723920"/>
            <a:chExt cx="1822680" cy="196560"/>
          </a:xfrm>
        </p:grpSpPr>
        <p:sp>
          <p:nvSpPr>
            <p:cNvPr id="516" name="Google Shape;280;p4"/>
            <p:cNvSpPr/>
            <p:nvPr/>
          </p:nvSpPr>
          <p:spPr>
            <a:xfrm rot="10800000" flipH="1">
              <a:off x="8185320" y="4723920"/>
              <a:ext cx="1723680" cy="150120"/>
            </a:xfrm>
            <a:custGeom>
              <a:avLst/>
              <a:gdLst>
                <a:gd name="textAreaLeft" fmla="*/ 360 w 1723680"/>
                <a:gd name="textAreaRight" fmla="*/ 1724400 w 1723680"/>
                <a:gd name="textAreaTop" fmla="*/ 0 h 150120"/>
                <a:gd name="textAreaBottom" fmla="*/ 15048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7" name="Google Shape;281;p4"/>
            <p:cNvSpPr/>
            <p:nvPr/>
          </p:nvSpPr>
          <p:spPr>
            <a:xfrm rot="10800000" flipH="1">
              <a:off x="8086320" y="4829040"/>
              <a:ext cx="91440" cy="91440"/>
            </a:xfrm>
            <a:custGeom>
              <a:avLst/>
              <a:gdLst>
                <a:gd name="textAreaLeft" fmla="*/ 360 w 91440"/>
                <a:gd name="textAreaRight" fmla="*/ 9216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8" name="Google Shape;282;p4"/>
            <p:cNvSpPr/>
            <p:nvPr/>
          </p:nvSpPr>
          <p:spPr>
            <a:xfrm rot="10800000" flipH="1">
              <a:off x="8110440" y="4853880"/>
              <a:ext cx="42840" cy="42120"/>
            </a:xfrm>
            <a:custGeom>
              <a:avLst/>
              <a:gdLst>
                <a:gd name="textAreaLeft" fmla="*/ -360 w 42840"/>
                <a:gd name="textAreaRight" fmla="*/ 42840 w 42840"/>
                <a:gd name="textAreaTop" fmla="*/ 0 h 42120"/>
                <a:gd name="textAreaBottom" fmla="*/ 4248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19" name="Google Shape;283;p4"/>
          <p:cNvGrpSpPr/>
          <p:nvPr/>
        </p:nvGrpSpPr>
        <p:grpSpPr>
          <a:xfrm>
            <a:off x="-243000" y="160560"/>
            <a:ext cx="1105560" cy="133560"/>
            <a:chOff x="-243000" y="160560"/>
            <a:chExt cx="1105560" cy="133560"/>
          </a:xfrm>
        </p:grpSpPr>
        <p:grpSp>
          <p:nvGrpSpPr>
            <p:cNvPr id="520" name="Google Shape;284;p4"/>
            <p:cNvGrpSpPr/>
            <p:nvPr/>
          </p:nvGrpSpPr>
          <p:grpSpPr>
            <a:xfrm>
              <a:off x="-243000" y="243360"/>
              <a:ext cx="883080" cy="50760"/>
              <a:chOff x="-243000" y="243360"/>
              <a:chExt cx="883080" cy="50760"/>
            </a:xfrm>
          </p:grpSpPr>
          <p:sp>
            <p:nvSpPr>
              <p:cNvPr id="521" name="Google Shape;285;p4"/>
              <p:cNvSpPr/>
              <p:nvPr/>
            </p:nvSpPr>
            <p:spPr>
              <a:xfrm>
                <a:off x="-2430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286;p4"/>
              <p:cNvSpPr/>
              <p:nvPr/>
            </p:nvSpPr>
            <p:spPr>
              <a:xfrm>
                <a:off x="-1504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3" name="Google Shape;287;p4"/>
              <p:cNvSpPr/>
              <p:nvPr/>
            </p:nvSpPr>
            <p:spPr>
              <a:xfrm>
                <a:off x="-579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4" name="Google Shape;288;p4"/>
              <p:cNvSpPr/>
              <p:nvPr/>
            </p:nvSpPr>
            <p:spPr>
              <a:xfrm>
                <a:off x="342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5" name="Google Shape;289;p4"/>
              <p:cNvSpPr/>
              <p:nvPr/>
            </p:nvSpPr>
            <p:spPr>
              <a:xfrm>
                <a:off x="1267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6" name="Google Shape;290;p4"/>
              <p:cNvSpPr/>
              <p:nvPr/>
            </p:nvSpPr>
            <p:spPr>
              <a:xfrm>
                <a:off x="21924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7" name="Google Shape;291;p4"/>
              <p:cNvSpPr/>
              <p:nvPr/>
            </p:nvSpPr>
            <p:spPr>
              <a:xfrm>
                <a:off x="31176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8" name="Google Shape;292;p4"/>
              <p:cNvSpPr/>
              <p:nvPr/>
            </p:nvSpPr>
            <p:spPr>
              <a:xfrm>
                <a:off x="40428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9" name="Google Shape;293;p4"/>
              <p:cNvSpPr/>
              <p:nvPr/>
            </p:nvSpPr>
            <p:spPr>
              <a:xfrm>
                <a:off x="49680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0" name="Google Shape;294;p4"/>
              <p:cNvSpPr/>
              <p:nvPr/>
            </p:nvSpPr>
            <p:spPr>
              <a:xfrm>
                <a:off x="589320" y="2433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31" name="Google Shape;295;p4"/>
            <p:cNvGrpSpPr/>
            <p:nvPr/>
          </p:nvGrpSpPr>
          <p:grpSpPr>
            <a:xfrm>
              <a:off x="-20520" y="160560"/>
              <a:ext cx="883080" cy="50760"/>
              <a:chOff x="-20520" y="160560"/>
              <a:chExt cx="883080" cy="50760"/>
            </a:xfrm>
          </p:grpSpPr>
          <p:sp>
            <p:nvSpPr>
              <p:cNvPr id="532" name="Google Shape;296;p4"/>
              <p:cNvSpPr/>
              <p:nvPr/>
            </p:nvSpPr>
            <p:spPr>
              <a:xfrm>
                <a:off x="-20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3" name="Google Shape;297;p4"/>
              <p:cNvSpPr/>
              <p:nvPr/>
            </p:nvSpPr>
            <p:spPr>
              <a:xfrm>
                <a:off x="720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4" name="Google Shape;298;p4"/>
              <p:cNvSpPr/>
              <p:nvPr/>
            </p:nvSpPr>
            <p:spPr>
              <a:xfrm>
                <a:off x="16452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5" name="Google Shape;299;p4"/>
              <p:cNvSpPr/>
              <p:nvPr/>
            </p:nvSpPr>
            <p:spPr>
              <a:xfrm>
                <a:off x="25704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6" name="Google Shape;300;p4"/>
              <p:cNvSpPr/>
              <p:nvPr/>
            </p:nvSpPr>
            <p:spPr>
              <a:xfrm>
                <a:off x="3495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7" name="Google Shape;301;p4"/>
              <p:cNvSpPr/>
              <p:nvPr/>
            </p:nvSpPr>
            <p:spPr>
              <a:xfrm>
                <a:off x="4420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8" name="Google Shape;302;p4"/>
              <p:cNvSpPr/>
              <p:nvPr/>
            </p:nvSpPr>
            <p:spPr>
              <a:xfrm>
                <a:off x="5346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39" name="Google Shape;303;p4"/>
              <p:cNvSpPr/>
              <p:nvPr/>
            </p:nvSpPr>
            <p:spPr>
              <a:xfrm>
                <a:off x="62676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0" name="Google Shape;304;p4"/>
              <p:cNvSpPr/>
              <p:nvPr/>
            </p:nvSpPr>
            <p:spPr>
              <a:xfrm>
                <a:off x="71928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1" name="Google Shape;305;p4"/>
              <p:cNvSpPr/>
              <p:nvPr/>
            </p:nvSpPr>
            <p:spPr>
              <a:xfrm>
                <a:off x="811800" y="1605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542" name="Google Shape;306;p4"/>
          <p:cNvSpPr/>
          <p:nvPr/>
        </p:nvSpPr>
        <p:spPr>
          <a:xfrm>
            <a:off x="-1568520" y="3363480"/>
            <a:ext cx="1994400" cy="67680"/>
          </a:xfrm>
          <a:prstGeom prst="roundRect">
            <a:avLst>
              <a:gd name="adj" fmla="val 50000"/>
            </a:avLst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694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4120" bIns="241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543" name="Google Shape;307;p4"/>
          <p:cNvSpPr/>
          <p:nvPr/>
        </p:nvSpPr>
        <p:spPr>
          <a:xfrm rot="10800000">
            <a:off x="360" y="3859200"/>
            <a:ext cx="586440" cy="1284120"/>
          </a:xfrm>
          <a:prstGeom prst="flowChartOffpageConnector">
            <a:avLst/>
          </a:prstGeom>
          <a:gradFill rotWithShape="0">
            <a:gsLst>
              <a:gs pos="0">
                <a:srgbClr val="1D2875"/>
              </a:gs>
              <a:gs pos="100000">
                <a:srgbClr val="151B46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n.com/en-us/news/other/pc-gaming-revenue-now-driven-by-titles-beyond-top-20/gm-GM4C90379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subTitle"/>
          </p:nvPr>
        </p:nvSpPr>
        <p:spPr>
          <a:xfrm>
            <a:off x="1676520" y="1735920"/>
            <a:ext cx="5790960" cy="22737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dirty="0">
                <a:solidFill>
                  <a:srgbClr val="FFFFFF"/>
                </a:solidFill>
                <a:latin typeface="OpenSymbol"/>
              </a:rPr>
              <a:t>Dataset: </a:t>
            </a:r>
            <a:r>
              <a:rPr lang="en-US" sz="1800" dirty="0">
                <a:solidFill>
                  <a:srgbClr val="FFFFFF"/>
                </a:solidFill>
                <a:latin typeface="OpenSymbol"/>
              </a:rPr>
              <a:t>Telecom Customer Churn Dataset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dirty="0">
              <a:solidFill>
                <a:srgbClr val="FFFFFF"/>
              </a:solidFill>
              <a:latin typeface="OpenSymbo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dirty="0">
                <a:solidFill>
                  <a:srgbClr val="FFFFFF"/>
                </a:solidFill>
                <a:latin typeface="OpenSymbol"/>
              </a:rPr>
              <a:t>Techniques Used: </a:t>
            </a:r>
            <a:r>
              <a:rPr lang="en-US" sz="1800" dirty="0">
                <a:solidFill>
                  <a:srgbClr val="FFFFFF"/>
                </a:solidFill>
                <a:latin typeface="OpenSymbol"/>
              </a:rPr>
              <a:t>EDA, Feature Engineering, Machine Learning &amp; Deep Learning</a:t>
            </a: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dirty="0">
              <a:solidFill>
                <a:srgbClr val="FFFFFF"/>
              </a:solidFill>
              <a:latin typeface="OpenSymbo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800" b="1" dirty="0">
                <a:solidFill>
                  <a:srgbClr val="FFFFFF"/>
                </a:solidFill>
                <a:latin typeface="OpenSymbol"/>
              </a:rPr>
              <a:t>Objective: </a:t>
            </a:r>
            <a:r>
              <a:rPr lang="en-US" sz="1800" dirty="0">
                <a:solidFill>
                  <a:srgbClr val="FFFFFF"/>
                </a:solidFill>
                <a:latin typeface="OpenSymbol"/>
              </a:rPr>
              <a:t>Predict customer churn and identify key influencing factors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47" name="Google Shape;2700;p34"/>
          <p:cNvGrpSpPr/>
          <p:nvPr/>
        </p:nvGrpSpPr>
        <p:grpSpPr>
          <a:xfrm>
            <a:off x="2131200" y="4336560"/>
            <a:ext cx="882720" cy="241560"/>
            <a:chOff x="2131200" y="4336560"/>
            <a:chExt cx="882720" cy="241560"/>
          </a:xfrm>
        </p:grpSpPr>
        <p:sp>
          <p:nvSpPr>
            <p:cNvPr id="548" name="Google Shape;2701;p34"/>
            <p:cNvSpPr/>
            <p:nvPr/>
          </p:nvSpPr>
          <p:spPr>
            <a:xfrm rot="10800000">
              <a:off x="2862000" y="43365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9" name="Google Shape;2702;p34"/>
            <p:cNvSpPr/>
            <p:nvPr/>
          </p:nvSpPr>
          <p:spPr>
            <a:xfrm rot="10800000">
              <a:off x="2716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0" name="Google Shape;2703;p34"/>
            <p:cNvSpPr/>
            <p:nvPr/>
          </p:nvSpPr>
          <p:spPr>
            <a:xfrm rot="10800000">
              <a:off x="257004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1" name="Google Shape;2704;p34"/>
            <p:cNvSpPr/>
            <p:nvPr/>
          </p:nvSpPr>
          <p:spPr>
            <a:xfrm rot="10800000">
              <a:off x="242352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2" name="Google Shape;2705;p34"/>
            <p:cNvSpPr/>
            <p:nvPr/>
          </p:nvSpPr>
          <p:spPr>
            <a:xfrm rot="10800000">
              <a:off x="227736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3" name="Google Shape;2706;p34"/>
            <p:cNvSpPr/>
            <p:nvPr/>
          </p:nvSpPr>
          <p:spPr>
            <a:xfrm rot="10800000">
              <a:off x="2131200" y="4336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54" name="Google Shape;2707;p34"/>
          <p:cNvGrpSpPr/>
          <p:nvPr/>
        </p:nvGrpSpPr>
        <p:grpSpPr>
          <a:xfrm>
            <a:off x="4423680" y="4119480"/>
            <a:ext cx="296280" cy="1822320"/>
            <a:chOff x="4423680" y="4119480"/>
            <a:chExt cx="296280" cy="1822320"/>
          </a:xfrm>
        </p:grpSpPr>
        <p:sp>
          <p:nvSpPr>
            <p:cNvPr id="555" name="Google Shape;2708;p34"/>
            <p:cNvSpPr/>
            <p:nvPr/>
          </p:nvSpPr>
          <p:spPr>
            <a:xfrm rot="5400000" flipV="1">
              <a:off x="3782880" y="5004720"/>
              <a:ext cx="1723680" cy="150120"/>
            </a:xfrm>
            <a:custGeom>
              <a:avLst/>
              <a:gdLst>
                <a:gd name="textAreaLeft" fmla="*/ 0 w 1723680"/>
                <a:gd name="textAreaRight" fmla="*/ 1724040 w 1723680"/>
                <a:gd name="textAreaTop" fmla="*/ -360 h 150120"/>
                <a:gd name="textAreaBottom" fmla="*/ 150120 h 150120"/>
              </a:gdLst>
              <a:ahLst/>
              <a:cxnLst/>
              <a:rect l="textAreaLeft" t="textAreaTop" r="textAreaRight" b="textAreaBottom"/>
              <a:pathLst>
                <a:path w="55332" h="4834" fill="none">
                  <a:moveTo>
                    <a:pt x="55331" y="4834"/>
                  </a:moveTo>
                  <a:lnTo>
                    <a:pt x="28930" y="4834"/>
                  </a:lnTo>
                  <a:lnTo>
                    <a:pt x="27294" y="3198"/>
                  </a:lnTo>
                  <a:lnTo>
                    <a:pt x="24072" y="0"/>
                  </a:lnTo>
                  <a:lnTo>
                    <a:pt x="1" y="0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5240" bIns="75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6" name="Google Shape;2709;p34"/>
            <p:cNvSpPr/>
            <p:nvPr/>
          </p:nvSpPr>
          <p:spPr>
            <a:xfrm rot="5400000" flipV="1">
              <a:off x="4423680" y="47156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0" y="1488"/>
                  </a:moveTo>
                  <a:cubicBezTo>
                    <a:pt x="0" y="670"/>
                    <a:pt x="670" y="1"/>
                    <a:pt x="1488" y="1"/>
                  </a:cubicBezTo>
                  <a:cubicBezTo>
                    <a:pt x="2306" y="1"/>
                    <a:pt x="2950" y="670"/>
                    <a:pt x="2950" y="1488"/>
                  </a:cubicBezTo>
                  <a:cubicBezTo>
                    <a:pt x="2950" y="2281"/>
                    <a:pt x="2306" y="2951"/>
                    <a:pt x="1488" y="2951"/>
                  </a:cubicBezTo>
                  <a:cubicBezTo>
                    <a:pt x="670" y="2951"/>
                    <a:pt x="0" y="2281"/>
                    <a:pt x="0" y="1488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7" name="Google Shape;2710;p34"/>
            <p:cNvSpPr/>
            <p:nvPr/>
          </p:nvSpPr>
          <p:spPr>
            <a:xfrm rot="5400000" flipV="1">
              <a:off x="4448160" y="473976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4">
                  <a:moveTo>
                    <a:pt x="695" y="0"/>
                  </a:moveTo>
                  <a:cubicBezTo>
                    <a:pt x="298" y="0"/>
                    <a:pt x="1" y="298"/>
                    <a:pt x="1" y="694"/>
                  </a:cubicBezTo>
                  <a:cubicBezTo>
                    <a:pt x="1" y="1066"/>
                    <a:pt x="298" y="1363"/>
                    <a:pt x="695" y="1363"/>
                  </a:cubicBezTo>
                  <a:cubicBezTo>
                    <a:pt x="1067" y="1363"/>
                    <a:pt x="1389" y="1066"/>
                    <a:pt x="1389" y="694"/>
                  </a:cubicBezTo>
                  <a:cubicBezTo>
                    <a:pt x="1389" y="298"/>
                    <a:pt x="1067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8" name="Google Shape;2711;p34"/>
            <p:cNvSpPr/>
            <p:nvPr/>
          </p:nvSpPr>
          <p:spPr>
            <a:xfrm rot="5400000" flipV="1">
              <a:off x="4523400" y="41194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360 h 91440"/>
                <a:gd name="textAreaBottom" fmla="*/ 9216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" y="1463"/>
                  </a:moveTo>
                  <a:cubicBezTo>
                    <a:pt x="1" y="670"/>
                    <a:pt x="670" y="1"/>
                    <a:pt x="1488" y="1"/>
                  </a:cubicBezTo>
                  <a:cubicBezTo>
                    <a:pt x="2306" y="1"/>
                    <a:pt x="2951" y="670"/>
                    <a:pt x="2951" y="1463"/>
                  </a:cubicBezTo>
                  <a:cubicBezTo>
                    <a:pt x="2951" y="2281"/>
                    <a:pt x="2306" y="2951"/>
                    <a:pt x="1488" y="2951"/>
                  </a:cubicBezTo>
                  <a:cubicBezTo>
                    <a:pt x="670" y="2951"/>
                    <a:pt x="1" y="2281"/>
                    <a:pt x="1" y="1463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9" name="Google Shape;2712;p34"/>
            <p:cNvSpPr/>
            <p:nvPr/>
          </p:nvSpPr>
          <p:spPr>
            <a:xfrm rot="5400000" flipV="1">
              <a:off x="4547520" y="4143600"/>
              <a:ext cx="42840" cy="4212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-360 h 42120"/>
                <a:gd name="textAreaBottom" fmla="*/ 42120 h 42120"/>
              </a:gdLst>
              <a:ahLst/>
              <a:cxnLst/>
              <a:rect l="textAreaLeft" t="textAreaTop" r="textAreaRight" b="textAreaBottom"/>
              <a:pathLst>
                <a:path w="1389" h="1365">
                  <a:moveTo>
                    <a:pt x="694" y="1"/>
                  </a:moveTo>
                  <a:cubicBezTo>
                    <a:pt x="298" y="1"/>
                    <a:pt x="0" y="298"/>
                    <a:pt x="0" y="670"/>
                  </a:cubicBezTo>
                  <a:cubicBezTo>
                    <a:pt x="0" y="1067"/>
                    <a:pt x="298" y="1364"/>
                    <a:pt x="694" y="1364"/>
                  </a:cubicBezTo>
                  <a:cubicBezTo>
                    <a:pt x="1066" y="1364"/>
                    <a:pt x="1388" y="1067"/>
                    <a:pt x="1388" y="670"/>
                  </a:cubicBezTo>
                  <a:cubicBezTo>
                    <a:pt x="1388" y="298"/>
                    <a:pt x="1066" y="1"/>
                    <a:pt x="69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240" bIns="21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0" name="Google Shape;2713;p34"/>
            <p:cNvSpPr/>
            <p:nvPr/>
          </p:nvSpPr>
          <p:spPr>
            <a:xfrm rot="5400000" flipV="1">
              <a:off x="3990240" y="5286240"/>
              <a:ext cx="1134360" cy="174960"/>
            </a:xfrm>
            <a:custGeom>
              <a:avLst/>
              <a:gdLst>
                <a:gd name="textAreaLeft" fmla="*/ 0 w 1134360"/>
                <a:gd name="textAreaRight" fmla="*/ 1134720 w 1134360"/>
                <a:gd name="textAreaTop" fmla="*/ 360 h 174960"/>
                <a:gd name="textAreaBottom" fmla="*/ 175680 h 174960"/>
              </a:gdLst>
              <a:ahLst/>
              <a:cxnLst/>
              <a:rect l="textAreaLeft" t="textAreaTop" r="textAreaRight" b="textAreaBottom"/>
              <a:pathLst>
                <a:path w="36417" h="5628" fill="none">
                  <a:moveTo>
                    <a:pt x="0" y="0"/>
                  </a:moveTo>
                  <a:lnTo>
                    <a:pt x="6049" y="0"/>
                  </a:lnTo>
                  <a:lnTo>
                    <a:pt x="8379" y="2330"/>
                  </a:lnTo>
                  <a:lnTo>
                    <a:pt x="11676" y="5627"/>
                  </a:lnTo>
                  <a:lnTo>
                    <a:pt x="36416" y="5627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87480" bIns="8748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61" name="Google Shape;2714;p34"/>
          <p:cNvGrpSpPr/>
          <p:nvPr/>
        </p:nvGrpSpPr>
        <p:grpSpPr>
          <a:xfrm>
            <a:off x="1946159" y="681176"/>
            <a:ext cx="770040" cy="129146"/>
            <a:chOff x="2194920" y="779040"/>
            <a:chExt cx="552600" cy="98640"/>
          </a:xfrm>
        </p:grpSpPr>
        <p:sp>
          <p:nvSpPr>
            <p:cNvPr id="562" name="Google Shape;2715;p34"/>
            <p:cNvSpPr/>
            <p:nvPr/>
          </p:nvSpPr>
          <p:spPr>
            <a:xfrm rot="5400000">
              <a:off x="2648880" y="77904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3" name="Google Shape;2716;p34"/>
            <p:cNvSpPr/>
            <p:nvPr/>
          </p:nvSpPr>
          <p:spPr>
            <a:xfrm rot="5400000">
              <a:off x="2675160" y="80604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4" name="Google Shape;2717;p34"/>
            <p:cNvSpPr/>
            <p:nvPr/>
          </p:nvSpPr>
          <p:spPr>
            <a:xfrm rot="5400000">
              <a:off x="2194920" y="78228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5" name="Google Shape;2718;p34"/>
            <p:cNvSpPr/>
            <p:nvPr/>
          </p:nvSpPr>
          <p:spPr>
            <a:xfrm rot="5400000">
              <a:off x="2218680" y="80604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6" name="Google Shape;2719;p34"/>
            <p:cNvSpPr/>
            <p:nvPr/>
          </p:nvSpPr>
          <p:spPr>
            <a:xfrm rot="5400000">
              <a:off x="2470680" y="64332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67" name="Google Shape;2720;p34"/>
          <p:cNvGrpSpPr/>
          <p:nvPr/>
        </p:nvGrpSpPr>
        <p:grpSpPr>
          <a:xfrm>
            <a:off x="4505040" y="564480"/>
            <a:ext cx="1105920" cy="133920"/>
            <a:chOff x="4505040" y="564480"/>
            <a:chExt cx="1105920" cy="133920"/>
          </a:xfrm>
        </p:grpSpPr>
        <p:grpSp>
          <p:nvGrpSpPr>
            <p:cNvPr id="568" name="Google Shape;2721;p34"/>
            <p:cNvGrpSpPr/>
            <p:nvPr/>
          </p:nvGrpSpPr>
          <p:grpSpPr>
            <a:xfrm>
              <a:off x="4505040" y="647640"/>
              <a:ext cx="883080" cy="50760"/>
              <a:chOff x="4505040" y="647640"/>
              <a:chExt cx="883080" cy="50760"/>
            </a:xfrm>
          </p:grpSpPr>
          <p:sp>
            <p:nvSpPr>
              <p:cNvPr id="569" name="Google Shape;2722;p34"/>
              <p:cNvSpPr/>
              <p:nvPr/>
            </p:nvSpPr>
            <p:spPr>
              <a:xfrm>
                <a:off x="45050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0" name="Google Shape;2723;p34"/>
              <p:cNvSpPr/>
              <p:nvPr/>
            </p:nvSpPr>
            <p:spPr>
              <a:xfrm>
                <a:off x="45975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1" name="Google Shape;2724;p34"/>
              <p:cNvSpPr/>
              <p:nvPr/>
            </p:nvSpPr>
            <p:spPr>
              <a:xfrm>
                <a:off x="469008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2" name="Google Shape;2725;p34"/>
              <p:cNvSpPr/>
              <p:nvPr/>
            </p:nvSpPr>
            <p:spPr>
              <a:xfrm>
                <a:off x="478260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3" name="Google Shape;2726;p34"/>
              <p:cNvSpPr/>
              <p:nvPr/>
            </p:nvSpPr>
            <p:spPr>
              <a:xfrm>
                <a:off x="48751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4" name="Google Shape;2727;p34"/>
              <p:cNvSpPr/>
              <p:nvPr/>
            </p:nvSpPr>
            <p:spPr>
              <a:xfrm>
                <a:off x="49676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5" name="Google Shape;2728;p34"/>
              <p:cNvSpPr/>
              <p:nvPr/>
            </p:nvSpPr>
            <p:spPr>
              <a:xfrm>
                <a:off x="50601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6" name="Google Shape;2729;p34"/>
              <p:cNvSpPr/>
              <p:nvPr/>
            </p:nvSpPr>
            <p:spPr>
              <a:xfrm>
                <a:off x="515232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7" name="Google Shape;2730;p34"/>
              <p:cNvSpPr/>
              <p:nvPr/>
            </p:nvSpPr>
            <p:spPr>
              <a:xfrm>
                <a:off x="524484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2731;p34"/>
              <p:cNvSpPr/>
              <p:nvPr/>
            </p:nvSpPr>
            <p:spPr>
              <a:xfrm>
                <a:off x="5337360" y="6476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79" name="Google Shape;2732;p34"/>
            <p:cNvGrpSpPr/>
            <p:nvPr/>
          </p:nvGrpSpPr>
          <p:grpSpPr>
            <a:xfrm>
              <a:off x="4727880" y="564480"/>
              <a:ext cx="883080" cy="50760"/>
              <a:chOff x="4727880" y="564480"/>
              <a:chExt cx="883080" cy="50760"/>
            </a:xfrm>
          </p:grpSpPr>
          <p:sp>
            <p:nvSpPr>
              <p:cNvPr id="580" name="Google Shape;2733;p34"/>
              <p:cNvSpPr/>
              <p:nvPr/>
            </p:nvSpPr>
            <p:spPr>
              <a:xfrm>
                <a:off x="47278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1" name="Google Shape;2734;p34"/>
              <p:cNvSpPr/>
              <p:nvPr/>
            </p:nvSpPr>
            <p:spPr>
              <a:xfrm>
                <a:off x="48204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2" name="Google Shape;2735;p34"/>
              <p:cNvSpPr/>
              <p:nvPr/>
            </p:nvSpPr>
            <p:spPr>
              <a:xfrm>
                <a:off x="49129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3" name="Google Shape;2736;p34"/>
              <p:cNvSpPr/>
              <p:nvPr/>
            </p:nvSpPr>
            <p:spPr>
              <a:xfrm>
                <a:off x="50054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4" name="Google Shape;2737;p34"/>
              <p:cNvSpPr/>
              <p:nvPr/>
            </p:nvSpPr>
            <p:spPr>
              <a:xfrm>
                <a:off x="50976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5" name="Google Shape;2738;p34"/>
              <p:cNvSpPr/>
              <p:nvPr/>
            </p:nvSpPr>
            <p:spPr>
              <a:xfrm>
                <a:off x="519012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6" name="Google Shape;2739;p34"/>
              <p:cNvSpPr/>
              <p:nvPr/>
            </p:nvSpPr>
            <p:spPr>
              <a:xfrm>
                <a:off x="528264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7" name="Google Shape;2740;p34"/>
              <p:cNvSpPr/>
              <p:nvPr/>
            </p:nvSpPr>
            <p:spPr>
              <a:xfrm>
                <a:off x="537516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8" name="Google Shape;2741;p34"/>
              <p:cNvSpPr/>
              <p:nvPr/>
            </p:nvSpPr>
            <p:spPr>
              <a:xfrm>
                <a:off x="546768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89" name="Google Shape;2742;p34"/>
              <p:cNvSpPr/>
              <p:nvPr/>
            </p:nvSpPr>
            <p:spPr>
              <a:xfrm>
                <a:off x="5560200" y="56448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90" name="Google Shape;2743;p34"/>
          <p:cNvGrpSpPr/>
          <p:nvPr/>
        </p:nvGrpSpPr>
        <p:grpSpPr>
          <a:xfrm>
            <a:off x="5447160" y="4536000"/>
            <a:ext cx="1252800" cy="50760"/>
            <a:chOff x="5447160" y="4536000"/>
            <a:chExt cx="1252800" cy="50760"/>
          </a:xfrm>
        </p:grpSpPr>
        <p:sp>
          <p:nvSpPr>
            <p:cNvPr id="591" name="Google Shape;2744;p34"/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2" name="Google Shape;2745;p34"/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3" name="Google Shape;2746;p34"/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4" name="Google Shape;2747;p34"/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5" name="Google Shape;2748;p34"/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6" name="Google Shape;2749;p34"/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7" name="Google Shape;2750;p34"/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8" name="Google Shape;2751;p34"/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9" name="Google Shape;2752;p34"/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0" name="Google Shape;2753;p34"/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1" name="Google Shape;2754;p34"/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2" name="Google Shape;2755;p34"/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3" name="Google Shape;2756;p34"/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4" name="Google Shape;2757;p34"/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05" name="PlaceHolder 2"/>
          <p:cNvSpPr>
            <a:spLocks noGrp="1"/>
          </p:cNvSpPr>
          <p:nvPr>
            <p:ph type="title"/>
          </p:nvPr>
        </p:nvSpPr>
        <p:spPr>
          <a:xfrm>
            <a:off x="1349537" y="808414"/>
            <a:ext cx="6505200" cy="913680"/>
          </a:xfrm>
          <a:prstGeom prst="rect">
            <a:avLst/>
          </a:prstGeom>
          <a:noFill/>
          <a:ln w="0">
            <a:noFill/>
          </a:ln>
          <a:effectLst>
            <a:outerShdw blurRad="142920" rotWithShape="0">
              <a:srgbClr val="8FFFFF">
                <a:alpha val="38000"/>
              </a:srgbClr>
            </a:outerShdw>
          </a:effectLst>
        </p:spPr>
        <p:txBody>
          <a:bodyPr lIns="91440" tIns="91440" rIns="91440" bIns="91440" anchor="ctr">
            <a:normAutofit fontScale="90000"/>
          </a:bodyPr>
          <a:lstStyle/>
          <a:p>
            <a:pPr indent="0" algn="ctr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5800" b="1" u="none" strike="noStrike" dirty="0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Churn </a:t>
            </a:r>
            <a:r>
              <a:rPr lang="en-US" sz="5000" b="1" u="none" strike="noStrike" dirty="0">
                <a:solidFill>
                  <a:schemeClr val="accent2"/>
                </a:solidFill>
                <a:effectLst/>
                <a:uFillTx/>
                <a:latin typeface="Exo"/>
                <a:ea typeface="Exo"/>
              </a:rPr>
              <a:t>Prediction</a:t>
            </a:r>
            <a:endParaRPr lang="fr-FR" sz="50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4528;p69"/>
          <p:cNvSpPr/>
          <p:nvPr/>
        </p:nvSpPr>
        <p:spPr>
          <a:xfrm>
            <a:off x="5950269" y="1636509"/>
            <a:ext cx="2727360" cy="27298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07" name="PlaceHolder 1"/>
          <p:cNvSpPr>
            <a:spLocks noGrp="1"/>
          </p:cNvSpPr>
          <p:nvPr>
            <p:ph type="title"/>
          </p:nvPr>
        </p:nvSpPr>
        <p:spPr>
          <a:xfrm>
            <a:off x="634620" y="100255"/>
            <a:ext cx="4466880" cy="979756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dirty="0">
                <a:solidFill>
                  <a:schemeClr val="accent2"/>
                </a:solidFill>
                <a:latin typeface="Exo"/>
              </a:rPr>
              <a:t>Problem </a:t>
            </a:r>
            <a:r>
              <a:rPr lang="en-IN" sz="3200" b="1" dirty="0">
                <a:solidFill>
                  <a:schemeClr val="accent2"/>
                </a:solidFill>
                <a:latin typeface="Exo"/>
              </a:rPr>
              <a:t>Statement 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08" name="PlaceHolder 2"/>
          <p:cNvSpPr>
            <a:spLocks noGrp="1"/>
          </p:cNvSpPr>
          <p:nvPr>
            <p:ph type="subTitle"/>
          </p:nvPr>
        </p:nvSpPr>
        <p:spPr>
          <a:xfrm>
            <a:off x="672850" y="1113554"/>
            <a:ext cx="8066380" cy="356220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churn refers to customers discontinuing a service. In the telecom industry, high churn rates lead to significant revenue loss.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objective of this project is to:</a:t>
            </a:r>
          </a:p>
          <a:p>
            <a:pPr marL="4000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Predict whether a customer will churn</a:t>
            </a:r>
          </a:p>
          <a:p>
            <a:pPr marL="4000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Identify patterns and factors contributing to churn</a:t>
            </a:r>
          </a:p>
          <a:p>
            <a:pPr marL="4000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Help businesses take proactive retention measures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is a binary classification problem, where: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1 → Churn     0 → Not Churn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9" name="Google Shape;4531;p69"/>
          <p:cNvSpPr/>
          <p:nvPr/>
        </p:nvSpPr>
        <p:spPr>
          <a:xfrm>
            <a:off x="3065907" y="4525703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10" name="Google Shape;4532;p69"/>
          <p:cNvGrpSpPr/>
          <p:nvPr/>
        </p:nvGrpSpPr>
        <p:grpSpPr>
          <a:xfrm>
            <a:off x="8732719" y="4120523"/>
            <a:ext cx="241560" cy="882720"/>
            <a:chOff x="7766280" y="3306960"/>
            <a:chExt cx="241560" cy="882720"/>
          </a:xfrm>
        </p:grpSpPr>
        <p:sp>
          <p:nvSpPr>
            <p:cNvPr id="611" name="Google Shape;4533;p69"/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4534;p69"/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4535;p69"/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4" name="Google Shape;4536;p69"/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5" name="Google Shape;4537;p69"/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6" name="Google Shape;4538;p69"/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17" name="Google Shape;4539;p69"/>
          <p:cNvGrpSpPr/>
          <p:nvPr/>
        </p:nvGrpSpPr>
        <p:grpSpPr>
          <a:xfrm>
            <a:off x="4808127" y="707741"/>
            <a:ext cx="1105920" cy="133920"/>
            <a:chOff x="4789440" y="914760"/>
            <a:chExt cx="1105920" cy="133920"/>
          </a:xfrm>
        </p:grpSpPr>
        <p:grpSp>
          <p:nvGrpSpPr>
            <p:cNvPr id="618" name="Google Shape;4540;p69"/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619" name="Google Shape;4541;p69"/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0" name="Google Shape;4542;p69"/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1" name="Google Shape;4543;p69"/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2" name="Google Shape;4544;p69"/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3" name="Google Shape;4545;p69"/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4" name="Google Shape;4546;p69"/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5" name="Google Shape;4547;p69"/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6" name="Google Shape;4548;p69"/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7" name="Google Shape;4549;p69"/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28" name="Google Shape;4550;p69"/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29" name="Google Shape;4551;p69"/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630" name="Google Shape;4552;p69"/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1" name="Google Shape;4553;p69"/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2" name="Google Shape;4554;p69"/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3" name="Google Shape;4555;p69"/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4" name="Google Shape;4556;p69"/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5" name="Google Shape;4557;p69"/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6" name="Google Shape;4558;p69"/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7" name="Google Shape;4559;p69"/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8" name="Google Shape;4560;p69"/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9" name="Google Shape;4561;p69"/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40" name="Google Shape;4562;p69"/>
          <p:cNvGrpSpPr/>
          <p:nvPr/>
        </p:nvGrpSpPr>
        <p:grpSpPr>
          <a:xfrm>
            <a:off x="5092380" y="3989081"/>
            <a:ext cx="802980" cy="150481"/>
            <a:chOff x="5058720" y="3935160"/>
            <a:chExt cx="552600" cy="98640"/>
          </a:xfrm>
        </p:grpSpPr>
        <p:sp>
          <p:nvSpPr>
            <p:cNvPr id="641" name="Google Shape;4563;p69"/>
            <p:cNvSpPr/>
            <p:nvPr/>
          </p:nvSpPr>
          <p:spPr>
            <a:xfrm rot="5400000">
              <a:off x="5512680" y="3935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4564;p69"/>
            <p:cNvSpPr/>
            <p:nvPr/>
          </p:nvSpPr>
          <p:spPr>
            <a:xfrm rot="5400000">
              <a:off x="5539320" y="3962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4565;p69"/>
            <p:cNvSpPr/>
            <p:nvPr/>
          </p:nvSpPr>
          <p:spPr>
            <a:xfrm rot="5400000">
              <a:off x="5058720" y="3938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4" name="Google Shape;4566;p69"/>
            <p:cNvSpPr/>
            <p:nvPr/>
          </p:nvSpPr>
          <p:spPr>
            <a:xfrm rot="5400000">
              <a:off x="5082480" y="3962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5" name="Google Shape;4567;p69"/>
            <p:cNvSpPr/>
            <p:nvPr/>
          </p:nvSpPr>
          <p:spPr>
            <a:xfrm rot="5400000">
              <a:off x="5334840" y="3799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" name="Google Shape;4539;p69">
            <a:extLst>
              <a:ext uri="{FF2B5EF4-FFF2-40B4-BE49-F238E27FC236}">
                <a16:creationId xmlns:a16="http://schemas.microsoft.com/office/drawing/2014/main" id="{510C243F-BA86-8D10-CDA6-B45C5F053BEC}"/>
              </a:ext>
            </a:extLst>
          </p:cNvPr>
          <p:cNvGrpSpPr/>
          <p:nvPr/>
        </p:nvGrpSpPr>
        <p:grpSpPr>
          <a:xfrm>
            <a:off x="-232572" y="467740"/>
            <a:ext cx="1198440" cy="169221"/>
            <a:chOff x="4789440" y="914760"/>
            <a:chExt cx="1105920" cy="133920"/>
          </a:xfrm>
        </p:grpSpPr>
        <p:grpSp>
          <p:nvGrpSpPr>
            <p:cNvPr id="3" name="Google Shape;4540;p69">
              <a:extLst>
                <a:ext uri="{FF2B5EF4-FFF2-40B4-BE49-F238E27FC236}">
                  <a16:creationId xmlns:a16="http://schemas.microsoft.com/office/drawing/2014/main" id="{D1A547DA-C63D-C71C-8D60-B77474AAD136}"/>
                </a:ext>
              </a:extLst>
            </p:cNvPr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15" name="Google Shape;4541;p69">
                <a:extLst>
                  <a:ext uri="{FF2B5EF4-FFF2-40B4-BE49-F238E27FC236}">
                    <a16:creationId xmlns:a16="http://schemas.microsoft.com/office/drawing/2014/main" id="{94198AAB-5891-D82E-87DA-978288EC5D10}"/>
                  </a:ext>
                </a:extLst>
              </p:cNvPr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4542;p69">
                <a:extLst>
                  <a:ext uri="{FF2B5EF4-FFF2-40B4-BE49-F238E27FC236}">
                    <a16:creationId xmlns:a16="http://schemas.microsoft.com/office/drawing/2014/main" id="{FFAB91AA-FE91-27EF-7BD5-33FBF1C0A279}"/>
                  </a:ext>
                </a:extLst>
              </p:cNvPr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4543;p69">
                <a:extLst>
                  <a:ext uri="{FF2B5EF4-FFF2-40B4-BE49-F238E27FC236}">
                    <a16:creationId xmlns:a16="http://schemas.microsoft.com/office/drawing/2014/main" id="{05CB47A5-6DB0-3526-6D56-20767AC674ED}"/>
                  </a:ext>
                </a:extLst>
              </p:cNvPr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4544;p69">
                <a:extLst>
                  <a:ext uri="{FF2B5EF4-FFF2-40B4-BE49-F238E27FC236}">
                    <a16:creationId xmlns:a16="http://schemas.microsoft.com/office/drawing/2014/main" id="{6BA0CE17-050B-2D46-00FE-CFACB1C24F38}"/>
                  </a:ext>
                </a:extLst>
              </p:cNvPr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4545;p69">
                <a:extLst>
                  <a:ext uri="{FF2B5EF4-FFF2-40B4-BE49-F238E27FC236}">
                    <a16:creationId xmlns:a16="http://schemas.microsoft.com/office/drawing/2014/main" id="{370A65AC-9DEC-F1D9-C736-18554201873F}"/>
                  </a:ext>
                </a:extLst>
              </p:cNvPr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4546;p69">
                <a:extLst>
                  <a:ext uri="{FF2B5EF4-FFF2-40B4-BE49-F238E27FC236}">
                    <a16:creationId xmlns:a16="http://schemas.microsoft.com/office/drawing/2014/main" id="{2070105C-95FD-7769-0BC3-32A4857A69F3}"/>
                  </a:ext>
                </a:extLst>
              </p:cNvPr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4547;p69">
                <a:extLst>
                  <a:ext uri="{FF2B5EF4-FFF2-40B4-BE49-F238E27FC236}">
                    <a16:creationId xmlns:a16="http://schemas.microsoft.com/office/drawing/2014/main" id="{FC6B175D-DC28-DFBD-6D3E-F4ACE949A1F6}"/>
                  </a:ext>
                </a:extLst>
              </p:cNvPr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4548;p69">
                <a:extLst>
                  <a:ext uri="{FF2B5EF4-FFF2-40B4-BE49-F238E27FC236}">
                    <a16:creationId xmlns:a16="http://schemas.microsoft.com/office/drawing/2014/main" id="{A3F990A5-BE14-3427-156A-3460CB9A29E7}"/>
                  </a:ext>
                </a:extLst>
              </p:cNvPr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4549;p69">
                <a:extLst>
                  <a:ext uri="{FF2B5EF4-FFF2-40B4-BE49-F238E27FC236}">
                    <a16:creationId xmlns:a16="http://schemas.microsoft.com/office/drawing/2014/main" id="{27CA659D-82A1-DF0C-1BFD-586AC8D100CD}"/>
                  </a:ext>
                </a:extLst>
              </p:cNvPr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4550;p69">
                <a:extLst>
                  <a:ext uri="{FF2B5EF4-FFF2-40B4-BE49-F238E27FC236}">
                    <a16:creationId xmlns:a16="http://schemas.microsoft.com/office/drawing/2014/main" id="{041B83DE-602A-40F4-D9FB-18EFEDA17FA5}"/>
                  </a:ext>
                </a:extLst>
              </p:cNvPr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" name="Google Shape;4551;p69">
              <a:extLst>
                <a:ext uri="{FF2B5EF4-FFF2-40B4-BE49-F238E27FC236}">
                  <a16:creationId xmlns:a16="http://schemas.microsoft.com/office/drawing/2014/main" id="{D0355450-5513-3131-7622-51753D7553A3}"/>
                </a:ext>
              </a:extLst>
            </p:cNvPr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5" name="Google Shape;4552;p69">
                <a:extLst>
                  <a:ext uri="{FF2B5EF4-FFF2-40B4-BE49-F238E27FC236}">
                    <a16:creationId xmlns:a16="http://schemas.microsoft.com/office/drawing/2014/main" id="{59A7DF65-58B7-261F-D8AB-90A4B6798BFC}"/>
                  </a:ext>
                </a:extLst>
              </p:cNvPr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" name="Google Shape;4553;p69">
                <a:extLst>
                  <a:ext uri="{FF2B5EF4-FFF2-40B4-BE49-F238E27FC236}">
                    <a16:creationId xmlns:a16="http://schemas.microsoft.com/office/drawing/2014/main" id="{927CAC24-3944-54B7-DFCB-2B0412A678D9}"/>
                  </a:ext>
                </a:extLst>
              </p:cNvPr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4554;p69">
                <a:extLst>
                  <a:ext uri="{FF2B5EF4-FFF2-40B4-BE49-F238E27FC236}">
                    <a16:creationId xmlns:a16="http://schemas.microsoft.com/office/drawing/2014/main" id="{957D676C-CB37-7C22-C67A-7B9967E18961}"/>
                  </a:ext>
                </a:extLst>
              </p:cNvPr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4555;p69">
                <a:extLst>
                  <a:ext uri="{FF2B5EF4-FFF2-40B4-BE49-F238E27FC236}">
                    <a16:creationId xmlns:a16="http://schemas.microsoft.com/office/drawing/2014/main" id="{526177B4-61F5-FBCE-00C8-4A986725ED95}"/>
                  </a:ext>
                </a:extLst>
              </p:cNvPr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4556;p69">
                <a:extLst>
                  <a:ext uri="{FF2B5EF4-FFF2-40B4-BE49-F238E27FC236}">
                    <a16:creationId xmlns:a16="http://schemas.microsoft.com/office/drawing/2014/main" id="{487E9D80-6BFE-A32A-E8BC-002E0E8A5760}"/>
                  </a:ext>
                </a:extLst>
              </p:cNvPr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4557;p69">
                <a:extLst>
                  <a:ext uri="{FF2B5EF4-FFF2-40B4-BE49-F238E27FC236}">
                    <a16:creationId xmlns:a16="http://schemas.microsoft.com/office/drawing/2014/main" id="{2A3394B0-5920-2AFA-7A66-EE52E272A845}"/>
                  </a:ext>
                </a:extLst>
              </p:cNvPr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4558;p69">
                <a:extLst>
                  <a:ext uri="{FF2B5EF4-FFF2-40B4-BE49-F238E27FC236}">
                    <a16:creationId xmlns:a16="http://schemas.microsoft.com/office/drawing/2014/main" id="{C9B00B64-F15F-78A2-1935-B2AE0D1822CD}"/>
                  </a:ext>
                </a:extLst>
              </p:cNvPr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4559;p69">
                <a:extLst>
                  <a:ext uri="{FF2B5EF4-FFF2-40B4-BE49-F238E27FC236}">
                    <a16:creationId xmlns:a16="http://schemas.microsoft.com/office/drawing/2014/main" id="{DEB7166E-57A3-56D8-BB48-59B4F1BCEC87}"/>
                  </a:ext>
                </a:extLst>
              </p:cNvPr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4560;p69">
                <a:extLst>
                  <a:ext uri="{FF2B5EF4-FFF2-40B4-BE49-F238E27FC236}">
                    <a16:creationId xmlns:a16="http://schemas.microsoft.com/office/drawing/2014/main" id="{CAFBFE7A-BFD6-855E-D0EE-BA6A6CFA3CBC}"/>
                  </a:ext>
                </a:extLst>
              </p:cNvPr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4561;p69">
                <a:extLst>
                  <a:ext uri="{FF2B5EF4-FFF2-40B4-BE49-F238E27FC236}">
                    <a16:creationId xmlns:a16="http://schemas.microsoft.com/office/drawing/2014/main" id="{27F40012-BD46-7D3F-AC19-A43DA1273FCB}"/>
                  </a:ext>
                </a:extLst>
              </p:cNvPr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Rectangle 646"/>
          <p:cNvSpPr/>
          <p:nvPr/>
        </p:nvSpPr>
        <p:spPr>
          <a:xfrm>
            <a:off x="619200" y="909796"/>
            <a:ext cx="4181400" cy="41677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48" name="image69ef7d01ea7be" descr="image69ef7d01ea7c2"/>
          <p:cNvSpPr/>
          <p:nvPr/>
        </p:nvSpPr>
        <p:spPr>
          <a:xfrm>
            <a:off x="4800600" y="1196898"/>
            <a:ext cx="4114440" cy="3129775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solidFill>
              <a:schemeClr val="accent6">
                <a:lumMod val="9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91D040-FC09-C9DB-442F-4708B4D6D48E}"/>
              </a:ext>
            </a:extLst>
          </p:cNvPr>
          <p:cNvSpPr txBox="1"/>
          <p:nvPr/>
        </p:nvSpPr>
        <p:spPr>
          <a:xfrm>
            <a:off x="557561" y="610171"/>
            <a:ext cx="3100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Dataset Overview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EA06C0-BEEF-0B48-FE39-0C8278A9A282}"/>
              </a:ext>
            </a:extLst>
          </p:cNvPr>
          <p:cNvSpPr txBox="1"/>
          <p:nvPr/>
        </p:nvSpPr>
        <p:spPr>
          <a:xfrm>
            <a:off x="557561" y="1286107"/>
            <a:ext cx="4243039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dataset contains detailed information about telecom customers.</a:t>
            </a:r>
          </a:p>
          <a:p>
            <a:endParaRPr lang="en-IN" sz="140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u="sng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Total records: </a:t>
            </a:r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~</a:t>
            </a:r>
            <a:r>
              <a:rPr lang="en-IN" sz="1200" b="1" dirty="0">
                <a:solidFill>
                  <a:schemeClr val="accent6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7,043 </a:t>
            </a:r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u="sng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Features include: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Demographic information (Age, Gender, Dependents)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Service usage (Internet, Streaming, Support services)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Billing details (Monthly Charges, Total Charges)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tenure</a:t>
            </a:r>
          </a:p>
          <a:p>
            <a:endParaRPr lang="en-IN" sz="140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IN" sz="140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Additionally, Zip Code Population data was merged to enhance analysis.</a:t>
            </a:r>
          </a:p>
        </p:txBody>
      </p:sp>
      <p:grpSp>
        <p:nvGrpSpPr>
          <p:cNvPr id="4" name="Google Shape;4532;p69">
            <a:extLst>
              <a:ext uri="{FF2B5EF4-FFF2-40B4-BE49-F238E27FC236}">
                <a16:creationId xmlns:a16="http://schemas.microsoft.com/office/drawing/2014/main" id="{197EABB6-E377-58D4-474B-C09070B436AB}"/>
              </a:ext>
            </a:extLst>
          </p:cNvPr>
          <p:cNvGrpSpPr/>
          <p:nvPr/>
        </p:nvGrpSpPr>
        <p:grpSpPr>
          <a:xfrm rot="5400000">
            <a:off x="4608780" y="399643"/>
            <a:ext cx="241560" cy="882720"/>
            <a:chOff x="7766280" y="3306960"/>
            <a:chExt cx="241560" cy="882720"/>
          </a:xfrm>
        </p:grpSpPr>
        <p:sp>
          <p:nvSpPr>
            <p:cNvPr id="5" name="Google Shape;4533;p69">
              <a:extLst>
                <a:ext uri="{FF2B5EF4-FFF2-40B4-BE49-F238E27FC236}">
                  <a16:creationId xmlns:a16="http://schemas.microsoft.com/office/drawing/2014/main" id="{95DB0465-B259-006E-2348-CD8265CD3182}"/>
                </a:ext>
              </a:extLst>
            </p:cNvPr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4534;p69">
              <a:extLst>
                <a:ext uri="{FF2B5EF4-FFF2-40B4-BE49-F238E27FC236}">
                  <a16:creationId xmlns:a16="http://schemas.microsoft.com/office/drawing/2014/main" id="{55B7FB66-FF5B-CEA0-5478-D27D58CA7CE7}"/>
                </a:ext>
              </a:extLst>
            </p:cNvPr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4535;p69">
              <a:extLst>
                <a:ext uri="{FF2B5EF4-FFF2-40B4-BE49-F238E27FC236}">
                  <a16:creationId xmlns:a16="http://schemas.microsoft.com/office/drawing/2014/main" id="{E4B543AD-B6FD-BCED-F064-4508F6E9649F}"/>
                </a:ext>
              </a:extLst>
            </p:cNvPr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4536;p69">
              <a:extLst>
                <a:ext uri="{FF2B5EF4-FFF2-40B4-BE49-F238E27FC236}">
                  <a16:creationId xmlns:a16="http://schemas.microsoft.com/office/drawing/2014/main" id="{48E473D7-1EF5-8740-5387-A3671824F259}"/>
                </a:ext>
              </a:extLst>
            </p:cNvPr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4537;p69">
              <a:extLst>
                <a:ext uri="{FF2B5EF4-FFF2-40B4-BE49-F238E27FC236}">
                  <a16:creationId xmlns:a16="http://schemas.microsoft.com/office/drawing/2014/main" id="{3CF4C7C2-B771-B49A-886A-8F2876799883}"/>
                </a:ext>
              </a:extLst>
            </p:cNvPr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4538;p69">
              <a:extLst>
                <a:ext uri="{FF2B5EF4-FFF2-40B4-BE49-F238E27FC236}">
                  <a16:creationId xmlns:a16="http://schemas.microsoft.com/office/drawing/2014/main" id="{FCABD0E4-C2E4-4C8E-0C37-9EB39D1BD01A}"/>
                </a:ext>
              </a:extLst>
            </p:cNvPr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1" name="Google Shape;2743;p34">
            <a:extLst>
              <a:ext uri="{FF2B5EF4-FFF2-40B4-BE49-F238E27FC236}">
                <a16:creationId xmlns:a16="http://schemas.microsoft.com/office/drawing/2014/main" id="{72BDBDD8-022D-5228-5B2F-D16C461C261B}"/>
              </a:ext>
            </a:extLst>
          </p:cNvPr>
          <p:cNvGrpSpPr/>
          <p:nvPr/>
        </p:nvGrpSpPr>
        <p:grpSpPr>
          <a:xfrm>
            <a:off x="6161280" y="4443003"/>
            <a:ext cx="1252800" cy="50760"/>
            <a:chOff x="5447160" y="4536000"/>
            <a:chExt cx="1252800" cy="50760"/>
          </a:xfrm>
        </p:grpSpPr>
        <p:sp>
          <p:nvSpPr>
            <p:cNvPr id="12" name="Google Shape;2744;p34">
              <a:extLst>
                <a:ext uri="{FF2B5EF4-FFF2-40B4-BE49-F238E27FC236}">
                  <a16:creationId xmlns:a16="http://schemas.microsoft.com/office/drawing/2014/main" id="{9023662B-7DE9-4DD0-DABA-C2B084354EE9}"/>
                </a:ext>
              </a:extLst>
            </p:cNvPr>
            <p:cNvSpPr/>
            <p:nvPr/>
          </p:nvSpPr>
          <p:spPr>
            <a:xfrm>
              <a:off x="54471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745;p34">
              <a:extLst>
                <a:ext uri="{FF2B5EF4-FFF2-40B4-BE49-F238E27FC236}">
                  <a16:creationId xmlns:a16="http://schemas.microsoft.com/office/drawing/2014/main" id="{4338B847-F578-7D07-8F79-4A33AA455686}"/>
                </a:ext>
              </a:extLst>
            </p:cNvPr>
            <p:cNvSpPr/>
            <p:nvPr/>
          </p:nvSpPr>
          <p:spPr>
            <a:xfrm>
              <a:off x="5539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746;p34">
              <a:extLst>
                <a:ext uri="{FF2B5EF4-FFF2-40B4-BE49-F238E27FC236}">
                  <a16:creationId xmlns:a16="http://schemas.microsoft.com/office/drawing/2014/main" id="{C266B44B-CB25-EBA5-9737-55C476B5D9E3}"/>
                </a:ext>
              </a:extLst>
            </p:cNvPr>
            <p:cNvSpPr/>
            <p:nvPr/>
          </p:nvSpPr>
          <p:spPr>
            <a:xfrm>
              <a:off x="5632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747;p34">
              <a:extLst>
                <a:ext uri="{FF2B5EF4-FFF2-40B4-BE49-F238E27FC236}">
                  <a16:creationId xmlns:a16="http://schemas.microsoft.com/office/drawing/2014/main" id="{40AF62E0-9925-542E-96A5-CD11FD99F4C4}"/>
                </a:ext>
              </a:extLst>
            </p:cNvPr>
            <p:cNvSpPr/>
            <p:nvPr/>
          </p:nvSpPr>
          <p:spPr>
            <a:xfrm>
              <a:off x="57247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" name="Google Shape;2748;p34">
              <a:extLst>
                <a:ext uri="{FF2B5EF4-FFF2-40B4-BE49-F238E27FC236}">
                  <a16:creationId xmlns:a16="http://schemas.microsoft.com/office/drawing/2014/main" id="{8F76D484-5F4B-F214-3E47-DF8560EE856B}"/>
                </a:ext>
              </a:extLst>
            </p:cNvPr>
            <p:cNvSpPr/>
            <p:nvPr/>
          </p:nvSpPr>
          <p:spPr>
            <a:xfrm>
              <a:off x="58172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" name="Google Shape;2749;p34">
              <a:extLst>
                <a:ext uri="{FF2B5EF4-FFF2-40B4-BE49-F238E27FC236}">
                  <a16:creationId xmlns:a16="http://schemas.microsoft.com/office/drawing/2014/main" id="{CE40DF43-2B6C-D43D-8823-BCFFADA34625}"/>
                </a:ext>
              </a:extLst>
            </p:cNvPr>
            <p:cNvSpPr/>
            <p:nvPr/>
          </p:nvSpPr>
          <p:spPr>
            <a:xfrm>
              <a:off x="59097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" name="Google Shape;2750;p34">
              <a:extLst>
                <a:ext uri="{FF2B5EF4-FFF2-40B4-BE49-F238E27FC236}">
                  <a16:creationId xmlns:a16="http://schemas.microsoft.com/office/drawing/2014/main" id="{48B51D06-62F5-1AEB-CDB8-71BB5F12314C}"/>
                </a:ext>
              </a:extLst>
            </p:cNvPr>
            <p:cNvSpPr/>
            <p:nvPr/>
          </p:nvSpPr>
          <p:spPr>
            <a:xfrm>
              <a:off x="60022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" name="Google Shape;2751;p34">
              <a:extLst>
                <a:ext uri="{FF2B5EF4-FFF2-40B4-BE49-F238E27FC236}">
                  <a16:creationId xmlns:a16="http://schemas.microsoft.com/office/drawing/2014/main" id="{CDEE2AA2-35E2-727A-CDC9-F28C94E929FF}"/>
                </a:ext>
              </a:extLst>
            </p:cNvPr>
            <p:cNvSpPr/>
            <p:nvPr/>
          </p:nvSpPr>
          <p:spPr>
            <a:xfrm>
              <a:off x="609444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0" name="Google Shape;2752;p34">
              <a:extLst>
                <a:ext uri="{FF2B5EF4-FFF2-40B4-BE49-F238E27FC236}">
                  <a16:creationId xmlns:a16="http://schemas.microsoft.com/office/drawing/2014/main" id="{47F41DDF-F599-D076-8224-7486892A6728}"/>
                </a:ext>
              </a:extLst>
            </p:cNvPr>
            <p:cNvSpPr/>
            <p:nvPr/>
          </p:nvSpPr>
          <p:spPr>
            <a:xfrm>
              <a:off x="618696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2753;p34">
              <a:extLst>
                <a:ext uri="{FF2B5EF4-FFF2-40B4-BE49-F238E27FC236}">
                  <a16:creationId xmlns:a16="http://schemas.microsoft.com/office/drawing/2014/main" id="{46F72354-818A-E8B9-2879-97CEA97456A0}"/>
                </a:ext>
              </a:extLst>
            </p:cNvPr>
            <p:cNvSpPr/>
            <p:nvPr/>
          </p:nvSpPr>
          <p:spPr>
            <a:xfrm>
              <a:off x="62794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2754;p34">
              <a:extLst>
                <a:ext uri="{FF2B5EF4-FFF2-40B4-BE49-F238E27FC236}">
                  <a16:creationId xmlns:a16="http://schemas.microsoft.com/office/drawing/2014/main" id="{3C00777A-6596-0054-E4DE-0D696B1FDE2B}"/>
                </a:ext>
              </a:extLst>
            </p:cNvPr>
            <p:cNvSpPr/>
            <p:nvPr/>
          </p:nvSpPr>
          <p:spPr>
            <a:xfrm>
              <a:off x="63720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2755;p34">
              <a:extLst>
                <a:ext uri="{FF2B5EF4-FFF2-40B4-BE49-F238E27FC236}">
                  <a16:creationId xmlns:a16="http://schemas.microsoft.com/office/drawing/2014/main" id="{BAC1732C-8801-2998-C4D6-18F750284BEA}"/>
                </a:ext>
              </a:extLst>
            </p:cNvPr>
            <p:cNvSpPr/>
            <p:nvPr/>
          </p:nvSpPr>
          <p:spPr>
            <a:xfrm>
              <a:off x="646452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2756;p34">
              <a:extLst>
                <a:ext uri="{FF2B5EF4-FFF2-40B4-BE49-F238E27FC236}">
                  <a16:creationId xmlns:a16="http://schemas.microsoft.com/office/drawing/2014/main" id="{F780F450-72BD-7647-7806-2C818B025107}"/>
                </a:ext>
              </a:extLst>
            </p:cNvPr>
            <p:cNvSpPr/>
            <p:nvPr/>
          </p:nvSpPr>
          <p:spPr>
            <a:xfrm>
              <a:off x="655668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2757;p34">
              <a:extLst>
                <a:ext uri="{FF2B5EF4-FFF2-40B4-BE49-F238E27FC236}">
                  <a16:creationId xmlns:a16="http://schemas.microsoft.com/office/drawing/2014/main" id="{4B9D0520-5E43-D112-9B5B-D9AE7218A620}"/>
                </a:ext>
              </a:extLst>
            </p:cNvPr>
            <p:cNvSpPr/>
            <p:nvPr/>
          </p:nvSpPr>
          <p:spPr>
            <a:xfrm>
              <a:off x="6649200" y="4536000"/>
              <a:ext cx="50760" cy="50760"/>
            </a:xfrm>
            <a:prstGeom prst="ellipse">
              <a:avLst/>
            </a:pr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8000" bIns="18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PlaceHolder 1"/>
          <p:cNvSpPr>
            <a:spLocks noGrp="1"/>
          </p:cNvSpPr>
          <p:nvPr>
            <p:ph type="title"/>
          </p:nvPr>
        </p:nvSpPr>
        <p:spPr>
          <a:xfrm>
            <a:off x="706972" y="678928"/>
            <a:ext cx="4400280" cy="469080"/>
          </a:xfrm>
          <a:prstGeom prst="rect">
            <a:avLst/>
          </a:prstGeom>
          <a:noFill/>
          <a:ln w="0">
            <a:noFill/>
          </a:ln>
          <a:effectLst>
            <a:outerShdw blurRad="15732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3200" b="1" u="none" strike="noStrike" dirty="0">
                <a:solidFill>
                  <a:schemeClr val="accent2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Data Preprocessing</a:t>
            </a:r>
          </a:p>
        </p:txBody>
      </p:sp>
      <p:sp>
        <p:nvSpPr>
          <p:cNvPr id="652" name="PlaceHolder 2"/>
          <p:cNvSpPr>
            <a:spLocks noGrp="1"/>
          </p:cNvSpPr>
          <p:nvPr>
            <p:ph type="subTitle"/>
          </p:nvPr>
        </p:nvSpPr>
        <p:spPr>
          <a:xfrm>
            <a:off x="714238" y="1216440"/>
            <a:ext cx="6080571" cy="363805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dataset was cleaned and prepared for modeling through the following steps: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endParaRPr lang="en-US" sz="14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Removal of irrelevant columns such as Customer ID.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Handling of missing values using appropriate techniques.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Conversion of categorical variables into numerical format using encoding.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Ensuring all features are suitable for machine learning models.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endParaRPr lang="en-US" sz="14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This resulted in a structured dataset ready for analysis and modeling.</a:t>
            </a:r>
            <a:endParaRPr lang="en-US" sz="1400" b="1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53" name="Google Shape;2807;p37"/>
          <p:cNvSpPr/>
          <p:nvPr/>
        </p:nvSpPr>
        <p:spPr>
          <a:xfrm>
            <a:off x="6232632" y="981900"/>
            <a:ext cx="2727360" cy="27298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654" name="Google Shape;2808;p37"/>
          <p:cNvSpPr/>
          <p:nvPr/>
        </p:nvSpPr>
        <p:spPr>
          <a:xfrm>
            <a:off x="-1419120" y="420048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55" name="Google Shape;2809;p37"/>
          <p:cNvSpPr/>
          <p:nvPr/>
        </p:nvSpPr>
        <p:spPr>
          <a:xfrm>
            <a:off x="-1114560" y="392436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656" name="Google Shape;2810;p37"/>
          <p:cNvGrpSpPr/>
          <p:nvPr/>
        </p:nvGrpSpPr>
        <p:grpSpPr>
          <a:xfrm>
            <a:off x="7521073" y="3869820"/>
            <a:ext cx="883080" cy="241560"/>
            <a:chOff x="7471800" y="3617640"/>
            <a:chExt cx="883080" cy="241560"/>
          </a:xfrm>
        </p:grpSpPr>
        <p:sp>
          <p:nvSpPr>
            <p:cNvPr id="657" name="Google Shape;2811;p37"/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8" name="Google Shape;2812;p37"/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59" name="Google Shape;2813;p37"/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0" name="Google Shape;2814;p37"/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1" name="Google Shape;2815;p37"/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2" name="Google Shape;2816;p37"/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3" name="Google Shape;2817;p37"/>
          <p:cNvGrpSpPr/>
          <p:nvPr/>
        </p:nvGrpSpPr>
        <p:grpSpPr>
          <a:xfrm>
            <a:off x="2118600" y="412560"/>
            <a:ext cx="552600" cy="98640"/>
            <a:chOff x="2118600" y="412560"/>
            <a:chExt cx="552600" cy="98640"/>
          </a:xfrm>
        </p:grpSpPr>
        <p:sp>
          <p:nvSpPr>
            <p:cNvPr id="664" name="Google Shape;2818;p37"/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5" name="Google Shape;2819;p37"/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6" name="Google Shape;2820;p37"/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7" name="Google Shape;2821;p37"/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68" name="Google Shape;2822;p37"/>
            <p:cNvSpPr/>
            <p:nvPr/>
          </p:nvSpPr>
          <p:spPr>
            <a:xfrm rot="5400000">
              <a:off x="2394720" y="27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69" name="Google Shape;2823;p37"/>
          <p:cNvGrpSpPr/>
          <p:nvPr/>
        </p:nvGrpSpPr>
        <p:grpSpPr>
          <a:xfrm>
            <a:off x="2759872" y="4733718"/>
            <a:ext cx="882720" cy="241560"/>
            <a:chOff x="2596320" y="4298040"/>
            <a:chExt cx="882720" cy="241560"/>
          </a:xfrm>
        </p:grpSpPr>
        <p:sp>
          <p:nvSpPr>
            <p:cNvPr id="670" name="Google Shape;2824;p37"/>
            <p:cNvSpPr/>
            <p:nvPr/>
          </p:nvSpPr>
          <p:spPr>
            <a:xfrm>
              <a:off x="2596320" y="42980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1" name="Google Shape;2825;p37"/>
            <p:cNvSpPr/>
            <p:nvPr/>
          </p:nvSpPr>
          <p:spPr>
            <a:xfrm>
              <a:off x="2743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2" name="Google Shape;2826;p37"/>
            <p:cNvSpPr/>
            <p:nvPr/>
          </p:nvSpPr>
          <p:spPr>
            <a:xfrm>
              <a:off x="288972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3" name="Google Shape;2827;p37"/>
            <p:cNvSpPr/>
            <p:nvPr/>
          </p:nvSpPr>
          <p:spPr>
            <a:xfrm>
              <a:off x="303624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4" name="Google Shape;2828;p37"/>
            <p:cNvSpPr/>
            <p:nvPr/>
          </p:nvSpPr>
          <p:spPr>
            <a:xfrm>
              <a:off x="318240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75" name="Google Shape;2829;p37"/>
            <p:cNvSpPr/>
            <p:nvPr/>
          </p:nvSpPr>
          <p:spPr>
            <a:xfrm>
              <a:off x="3328560" y="42980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676" name="Google Shape;2830;p37"/>
          <p:cNvGrpSpPr/>
          <p:nvPr/>
        </p:nvGrpSpPr>
        <p:grpSpPr>
          <a:xfrm>
            <a:off x="4948450" y="4600158"/>
            <a:ext cx="1105920" cy="133560"/>
            <a:chOff x="4762080" y="4298040"/>
            <a:chExt cx="1105920" cy="133560"/>
          </a:xfrm>
        </p:grpSpPr>
        <p:grpSp>
          <p:nvGrpSpPr>
            <p:cNvPr id="677" name="Google Shape;2831;p37"/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678" name="Google Shape;2832;p37"/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9" name="Google Shape;2833;p37"/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0" name="Google Shape;2834;p37"/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1" name="Google Shape;2835;p37"/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2" name="Google Shape;2836;p37"/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3" name="Google Shape;2837;p37"/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4" name="Google Shape;2838;p37"/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5" name="Google Shape;2839;p37"/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6" name="Google Shape;2840;p37"/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7" name="Google Shape;2841;p37"/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688" name="Google Shape;2842;p37"/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689" name="Google Shape;2843;p37"/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0" name="Google Shape;2844;p37"/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1" name="Google Shape;2845;p37"/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2" name="Google Shape;2846;p37"/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3" name="Google Shape;2847;p37"/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4" name="Google Shape;2848;p37"/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5" name="Google Shape;2849;p37"/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6" name="Google Shape;2850;p37"/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7" name="Google Shape;2851;p37"/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98" name="Google Shape;2852;p37"/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Rectangle 701"/>
          <p:cNvSpPr/>
          <p:nvPr/>
        </p:nvSpPr>
        <p:spPr>
          <a:xfrm>
            <a:off x="4423317" y="228753"/>
            <a:ext cx="4259766" cy="5129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2400" b="1" dirty="0">
                <a:solidFill>
                  <a:schemeClr val="accent2"/>
                </a:solidFill>
                <a:latin typeface="OpenSymbol"/>
              </a:rPr>
              <a:t>Exploratory Data Analysis (EDA)</a:t>
            </a:r>
            <a:endParaRPr lang="en-US" sz="2400" b="1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703" name="image69ef7d0208433" descr="image69ef7d0208437"/>
          <p:cNvSpPr/>
          <p:nvPr/>
        </p:nvSpPr>
        <p:spPr>
          <a:xfrm>
            <a:off x="228600" y="257040"/>
            <a:ext cx="4114440" cy="4628880"/>
          </a:xfrm>
          <a:prstGeom prst="roundRect">
            <a:avLst>
              <a:gd name="adj" fmla="val 16667"/>
            </a:avLst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2374D7-101D-BE2E-DBEA-BD78314E4B6A}"/>
              </a:ext>
            </a:extLst>
          </p:cNvPr>
          <p:cNvSpPr txBox="1"/>
          <p:nvPr/>
        </p:nvSpPr>
        <p:spPr>
          <a:xfrm>
            <a:off x="4438185" y="862361"/>
            <a:ext cx="461660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EDA was performed to understand customer behavior and identify churn patterns.</a:t>
            </a:r>
          </a:p>
          <a:p>
            <a:endParaRPr lang="en-US" sz="1600" b="1" dirty="0">
              <a:solidFill>
                <a:schemeClr val="accent6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u="sng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 observations: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Age ≈ 49.7 years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Average Tenure ≈ 17 months</a:t>
            </a:r>
          </a:p>
          <a:p>
            <a:endParaRPr lang="en-US" sz="1600" b="1" dirty="0">
              <a:solidFill>
                <a:schemeClr val="accent6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u="sng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Customers who churn: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Have shorter tenure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Have fewer referrals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Have fewer dependents</a:t>
            </a:r>
          </a:p>
          <a:p>
            <a:endParaRPr lang="en-US" sz="1600" b="1" dirty="0">
              <a:solidFill>
                <a:schemeClr val="accent6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600" b="1" u="sng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Insight:</a:t>
            </a:r>
            <a:r>
              <a:rPr lang="en-US" sz="1600" b="1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Customers with lower engagement and shorter tenure are more likely to churn</a:t>
            </a:r>
            <a:r>
              <a:rPr lang="en-US" sz="1600" dirty="0">
                <a:solidFill>
                  <a:schemeClr val="accent6">
                    <a:lumMod val="8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sz="1600" dirty="0">
              <a:solidFill>
                <a:schemeClr val="accent6">
                  <a:lumMod val="8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Rectangle 703"/>
          <p:cNvSpPr/>
          <p:nvPr/>
        </p:nvSpPr>
        <p:spPr>
          <a:xfrm>
            <a:off x="619200" y="9405"/>
            <a:ext cx="7849103" cy="9942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2800" b="1" dirty="0">
                <a:solidFill>
                  <a:schemeClr val="accent2"/>
                </a:solidFill>
                <a:latin typeface="OpenSymbol"/>
              </a:rPr>
              <a:t>Service-Based Analysis</a:t>
            </a:r>
            <a:endParaRPr lang="en-US" sz="2800" b="1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705" name="Rectangle 704"/>
          <p:cNvSpPr/>
          <p:nvPr/>
        </p:nvSpPr>
        <p:spPr>
          <a:xfrm>
            <a:off x="639439" y="803885"/>
            <a:ext cx="9247975" cy="403674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Customer churn varies significantly based on services used.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Higher churn observed in: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TV Streaming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Movie Streaming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Unlimited Data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Lower churn observed in: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Online Security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Online Backup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Device Protection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Premium Tech Support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Music Streaming   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                                                                                              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4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Insight: </a:t>
            </a: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Value-added services such as security and support reduce churn probability</a:t>
            </a:r>
            <a:r>
              <a:rPr lang="en-US" sz="12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0FC1AD-81B1-E009-3DE0-331CA90F00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 flipH="1">
            <a:off x="5013159" y="1252750"/>
            <a:ext cx="3455144" cy="2637999"/>
          </a:xfrm>
          <a:prstGeom prst="rect">
            <a:avLst/>
          </a:prstGeom>
        </p:spPr>
      </p:pic>
      <p:grpSp>
        <p:nvGrpSpPr>
          <p:cNvPr id="2" name="Google Shape;2817;p37">
            <a:extLst>
              <a:ext uri="{FF2B5EF4-FFF2-40B4-BE49-F238E27FC236}">
                <a16:creationId xmlns:a16="http://schemas.microsoft.com/office/drawing/2014/main" id="{103CC4BF-D969-9FB7-33CA-C4D09294FF44}"/>
              </a:ext>
            </a:extLst>
          </p:cNvPr>
          <p:cNvGrpSpPr/>
          <p:nvPr/>
        </p:nvGrpSpPr>
        <p:grpSpPr>
          <a:xfrm>
            <a:off x="4736859" y="3841429"/>
            <a:ext cx="552600" cy="98640"/>
            <a:chOff x="2118600" y="412560"/>
            <a:chExt cx="552600" cy="98640"/>
          </a:xfrm>
        </p:grpSpPr>
        <p:sp>
          <p:nvSpPr>
            <p:cNvPr id="4" name="Google Shape;2818;p37">
              <a:extLst>
                <a:ext uri="{FF2B5EF4-FFF2-40B4-BE49-F238E27FC236}">
                  <a16:creationId xmlns:a16="http://schemas.microsoft.com/office/drawing/2014/main" id="{62C2CE81-20C0-533A-CA40-2BC24B0EEE0D}"/>
                </a:ext>
              </a:extLst>
            </p:cNvPr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2819;p37">
              <a:extLst>
                <a:ext uri="{FF2B5EF4-FFF2-40B4-BE49-F238E27FC236}">
                  <a16:creationId xmlns:a16="http://schemas.microsoft.com/office/drawing/2014/main" id="{6E3BF33F-578F-EF5F-4DCF-1242F0978B75}"/>
                </a:ext>
              </a:extLst>
            </p:cNvPr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2820;p37">
              <a:extLst>
                <a:ext uri="{FF2B5EF4-FFF2-40B4-BE49-F238E27FC236}">
                  <a16:creationId xmlns:a16="http://schemas.microsoft.com/office/drawing/2014/main" id="{E98C7A3B-3D02-CF2D-2DE3-4831D03E6F44}"/>
                </a:ext>
              </a:extLst>
            </p:cNvPr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2821;p37">
              <a:extLst>
                <a:ext uri="{FF2B5EF4-FFF2-40B4-BE49-F238E27FC236}">
                  <a16:creationId xmlns:a16="http://schemas.microsoft.com/office/drawing/2014/main" id="{F79C1207-147A-B1B9-7C89-2F57C61E1D79}"/>
                </a:ext>
              </a:extLst>
            </p:cNvPr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2822;p37">
              <a:extLst>
                <a:ext uri="{FF2B5EF4-FFF2-40B4-BE49-F238E27FC236}">
                  <a16:creationId xmlns:a16="http://schemas.microsoft.com/office/drawing/2014/main" id="{C3865E25-820B-9B7C-8ED6-FBE79FF5A39E}"/>
                </a:ext>
              </a:extLst>
            </p:cNvPr>
            <p:cNvSpPr/>
            <p:nvPr/>
          </p:nvSpPr>
          <p:spPr>
            <a:xfrm rot="5400000">
              <a:off x="2394720" y="27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9" name="Google Shape;2830;p37">
            <a:extLst>
              <a:ext uri="{FF2B5EF4-FFF2-40B4-BE49-F238E27FC236}">
                <a16:creationId xmlns:a16="http://schemas.microsoft.com/office/drawing/2014/main" id="{2CAF4FEA-E179-0E3E-3787-5FA6C46EDD07}"/>
              </a:ext>
            </a:extLst>
          </p:cNvPr>
          <p:cNvGrpSpPr/>
          <p:nvPr/>
        </p:nvGrpSpPr>
        <p:grpSpPr>
          <a:xfrm>
            <a:off x="4183539" y="506507"/>
            <a:ext cx="1105920" cy="133560"/>
            <a:chOff x="4762080" y="4298040"/>
            <a:chExt cx="1105920" cy="133560"/>
          </a:xfrm>
        </p:grpSpPr>
        <p:grpSp>
          <p:nvGrpSpPr>
            <p:cNvPr id="10" name="Google Shape;2831;p37">
              <a:extLst>
                <a:ext uri="{FF2B5EF4-FFF2-40B4-BE49-F238E27FC236}">
                  <a16:creationId xmlns:a16="http://schemas.microsoft.com/office/drawing/2014/main" id="{8F52E132-5B2D-3013-3AFA-42EB93193989}"/>
                </a:ext>
              </a:extLst>
            </p:cNvPr>
            <p:cNvGrpSpPr/>
            <p:nvPr/>
          </p:nvGrpSpPr>
          <p:grpSpPr>
            <a:xfrm>
              <a:off x="4762080" y="4380840"/>
              <a:ext cx="883080" cy="50760"/>
              <a:chOff x="4762080" y="4380840"/>
              <a:chExt cx="883080" cy="50760"/>
            </a:xfrm>
          </p:grpSpPr>
          <p:sp>
            <p:nvSpPr>
              <p:cNvPr id="22" name="Google Shape;2832;p37">
                <a:extLst>
                  <a:ext uri="{FF2B5EF4-FFF2-40B4-BE49-F238E27FC236}">
                    <a16:creationId xmlns:a16="http://schemas.microsoft.com/office/drawing/2014/main" id="{983E7332-263E-41BE-06FA-9F3F211CB8F3}"/>
                  </a:ext>
                </a:extLst>
              </p:cNvPr>
              <p:cNvSpPr/>
              <p:nvPr/>
            </p:nvSpPr>
            <p:spPr>
              <a:xfrm>
                <a:off x="47620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2833;p37">
                <a:extLst>
                  <a:ext uri="{FF2B5EF4-FFF2-40B4-BE49-F238E27FC236}">
                    <a16:creationId xmlns:a16="http://schemas.microsoft.com/office/drawing/2014/main" id="{6DA31B70-59FF-7097-1BD9-72BD65FC9AA6}"/>
                  </a:ext>
                </a:extLst>
              </p:cNvPr>
              <p:cNvSpPr/>
              <p:nvPr/>
            </p:nvSpPr>
            <p:spPr>
              <a:xfrm>
                <a:off x="48546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2834;p37">
                <a:extLst>
                  <a:ext uri="{FF2B5EF4-FFF2-40B4-BE49-F238E27FC236}">
                    <a16:creationId xmlns:a16="http://schemas.microsoft.com/office/drawing/2014/main" id="{39919E67-0A05-0592-1E00-81A177FD5630}"/>
                  </a:ext>
                </a:extLst>
              </p:cNvPr>
              <p:cNvSpPr/>
              <p:nvPr/>
            </p:nvSpPr>
            <p:spPr>
              <a:xfrm>
                <a:off x="494712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2835;p37">
                <a:extLst>
                  <a:ext uri="{FF2B5EF4-FFF2-40B4-BE49-F238E27FC236}">
                    <a16:creationId xmlns:a16="http://schemas.microsoft.com/office/drawing/2014/main" id="{3ABEE35C-AB54-EEF3-BECF-8DEC4869D454}"/>
                  </a:ext>
                </a:extLst>
              </p:cNvPr>
              <p:cNvSpPr/>
              <p:nvPr/>
            </p:nvSpPr>
            <p:spPr>
              <a:xfrm>
                <a:off x="50396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2836;p37">
                <a:extLst>
                  <a:ext uri="{FF2B5EF4-FFF2-40B4-BE49-F238E27FC236}">
                    <a16:creationId xmlns:a16="http://schemas.microsoft.com/office/drawing/2014/main" id="{8DE077E8-B052-825E-0C44-0982D4E23446}"/>
                  </a:ext>
                </a:extLst>
              </p:cNvPr>
              <p:cNvSpPr/>
              <p:nvPr/>
            </p:nvSpPr>
            <p:spPr>
              <a:xfrm>
                <a:off x="51321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2837;p37">
                <a:extLst>
                  <a:ext uri="{FF2B5EF4-FFF2-40B4-BE49-F238E27FC236}">
                    <a16:creationId xmlns:a16="http://schemas.microsoft.com/office/drawing/2014/main" id="{04516F98-3F98-0461-13C5-5B55B82F3251}"/>
                  </a:ext>
                </a:extLst>
              </p:cNvPr>
              <p:cNvSpPr/>
              <p:nvPr/>
            </p:nvSpPr>
            <p:spPr>
              <a:xfrm>
                <a:off x="52246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2838;p37">
                <a:extLst>
                  <a:ext uri="{FF2B5EF4-FFF2-40B4-BE49-F238E27FC236}">
                    <a16:creationId xmlns:a16="http://schemas.microsoft.com/office/drawing/2014/main" id="{6DAB6F4B-FD34-7112-07F5-768972B1538E}"/>
                  </a:ext>
                </a:extLst>
              </p:cNvPr>
              <p:cNvSpPr/>
              <p:nvPr/>
            </p:nvSpPr>
            <p:spPr>
              <a:xfrm>
                <a:off x="531684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2839;p37">
                <a:extLst>
                  <a:ext uri="{FF2B5EF4-FFF2-40B4-BE49-F238E27FC236}">
                    <a16:creationId xmlns:a16="http://schemas.microsoft.com/office/drawing/2014/main" id="{4F569FB5-5A1C-8357-6668-7FEAAE926FED}"/>
                  </a:ext>
                </a:extLst>
              </p:cNvPr>
              <p:cNvSpPr/>
              <p:nvPr/>
            </p:nvSpPr>
            <p:spPr>
              <a:xfrm>
                <a:off x="540936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2840;p37">
                <a:extLst>
                  <a:ext uri="{FF2B5EF4-FFF2-40B4-BE49-F238E27FC236}">
                    <a16:creationId xmlns:a16="http://schemas.microsoft.com/office/drawing/2014/main" id="{B8A46330-F707-2122-436F-6FD76CC1A901}"/>
                  </a:ext>
                </a:extLst>
              </p:cNvPr>
              <p:cNvSpPr/>
              <p:nvPr/>
            </p:nvSpPr>
            <p:spPr>
              <a:xfrm>
                <a:off x="550188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2841;p37">
                <a:extLst>
                  <a:ext uri="{FF2B5EF4-FFF2-40B4-BE49-F238E27FC236}">
                    <a16:creationId xmlns:a16="http://schemas.microsoft.com/office/drawing/2014/main" id="{37CC7E67-E31B-C571-828E-38579F223D3F}"/>
                  </a:ext>
                </a:extLst>
              </p:cNvPr>
              <p:cNvSpPr/>
              <p:nvPr/>
            </p:nvSpPr>
            <p:spPr>
              <a:xfrm>
                <a:off x="5594400" y="43808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1" name="Google Shape;2842;p37">
              <a:extLst>
                <a:ext uri="{FF2B5EF4-FFF2-40B4-BE49-F238E27FC236}">
                  <a16:creationId xmlns:a16="http://schemas.microsoft.com/office/drawing/2014/main" id="{F33DAD78-0789-6A04-B094-3FAE201A4B93}"/>
                </a:ext>
              </a:extLst>
            </p:cNvPr>
            <p:cNvGrpSpPr/>
            <p:nvPr/>
          </p:nvGrpSpPr>
          <p:grpSpPr>
            <a:xfrm>
              <a:off x="4984920" y="4298040"/>
              <a:ext cx="883080" cy="50760"/>
              <a:chOff x="4984920" y="4298040"/>
              <a:chExt cx="883080" cy="50760"/>
            </a:xfrm>
          </p:grpSpPr>
          <p:sp>
            <p:nvSpPr>
              <p:cNvPr id="12" name="Google Shape;2843;p37">
                <a:extLst>
                  <a:ext uri="{FF2B5EF4-FFF2-40B4-BE49-F238E27FC236}">
                    <a16:creationId xmlns:a16="http://schemas.microsoft.com/office/drawing/2014/main" id="{6E7DAFC4-1D37-3D96-185B-8D0B62C0BB7C}"/>
                  </a:ext>
                </a:extLst>
              </p:cNvPr>
              <p:cNvSpPr/>
              <p:nvPr/>
            </p:nvSpPr>
            <p:spPr>
              <a:xfrm>
                <a:off x="49849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2844;p37">
                <a:extLst>
                  <a:ext uri="{FF2B5EF4-FFF2-40B4-BE49-F238E27FC236}">
                    <a16:creationId xmlns:a16="http://schemas.microsoft.com/office/drawing/2014/main" id="{9B7C3B5F-E0C7-8B96-F847-486A3D5EE5EC}"/>
                  </a:ext>
                </a:extLst>
              </p:cNvPr>
              <p:cNvSpPr/>
              <p:nvPr/>
            </p:nvSpPr>
            <p:spPr>
              <a:xfrm>
                <a:off x="50774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2845;p37">
                <a:extLst>
                  <a:ext uri="{FF2B5EF4-FFF2-40B4-BE49-F238E27FC236}">
                    <a16:creationId xmlns:a16="http://schemas.microsoft.com/office/drawing/2014/main" id="{A1023127-05BE-C532-1FAF-CF86BBC087DC}"/>
                  </a:ext>
                </a:extLst>
              </p:cNvPr>
              <p:cNvSpPr/>
              <p:nvPr/>
            </p:nvSpPr>
            <p:spPr>
              <a:xfrm>
                <a:off x="51699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2846;p37">
                <a:extLst>
                  <a:ext uri="{FF2B5EF4-FFF2-40B4-BE49-F238E27FC236}">
                    <a16:creationId xmlns:a16="http://schemas.microsoft.com/office/drawing/2014/main" id="{EA6F94BA-0F83-B108-BE41-25E46415A7CB}"/>
                  </a:ext>
                </a:extLst>
              </p:cNvPr>
              <p:cNvSpPr/>
              <p:nvPr/>
            </p:nvSpPr>
            <p:spPr>
              <a:xfrm>
                <a:off x="52621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2847;p37">
                <a:extLst>
                  <a:ext uri="{FF2B5EF4-FFF2-40B4-BE49-F238E27FC236}">
                    <a16:creationId xmlns:a16="http://schemas.microsoft.com/office/drawing/2014/main" id="{A7C098F8-53C3-5019-9BD7-37F670103B5A}"/>
                  </a:ext>
                </a:extLst>
              </p:cNvPr>
              <p:cNvSpPr/>
              <p:nvPr/>
            </p:nvSpPr>
            <p:spPr>
              <a:xfrm>
                <a:off x="53546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2848;p37">
                <a:extLst>
                  <a:ext uri="{FF2B5EF4-FFF2-40B4-BE49-F238E27FC236}">
                    <a16:creationId xmlns:a16="http://schemas.microsoft.com/office/drawing/2014/main" id="{00C59E5E-CC26-5744-BB2B-238FCEBF71A7}"/>
                  </a:ext>
                </a:extLst>
              </p:cNvPr>
              <p:cNvSpPr/>
              <p:nvPr/>
            </p:nvSpPr>
            <p:spPr>
              <a:xfrm>
                <a:off x="544716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2849;p37">
                <a:extLst>
                  <a:ext uri="{FF2B5EF4-FFF2-40B4-BE49-F238E27FC236}">
                    <a16:creationId xmlns:a16="http://schemas.microsoft.com/office/drawing/2014/main" id="{0B0D2573-FC04-EF7A-679F-BF37A852C6D4}"/>
                  </a:ext>
                </a:extLst>
              </p:cNvPr>
              <p:cNvSpPr/>
              <p:nvPr/>
            </p:nvSpPr>
            <p:spPr>
              <a:xfrm>
                <a:off x="553968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2850;p37">
                <a:extLst>
                  <a:ext uri="{FF2B5EF4-FFF2-40B4-BE49-F238E27FC236}">
                    <a16:creationId xmlns:a16="http://schemas.microsoft.com/office/drawing/2014/main" id="{75ADF18D-462A-3B09-6874-CC316D46728C}"/>
                  </a:ext>
                </a:extLst>
              </p:cNvPr>
              <p:cNvSpPr/>
              <p:nvPr/>
            </p:nvSpPr>
            <p:spPr>
              <a:xfrm>
                <a:off x="563220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2851;p37">
                <a:extLst>
                  <a:ext uri="{FF2B5EF4-FFF2-40B4-BE49-F238E27FC236}">
                    <a16:creationId xmlns:a16="http://schemas.microsoft.com/office/drawing/2014/main" id="{13982EA9-6AA0-50DB-FC4F-9B66AE998763}"/>
                  </a:ext>
                </a:extLst>
              </p:cNvPr>
              <p:cNvSpPr/>
              <p:nvPr/>
            </p:nvSpPr>
            <p:spPr>
              <a:xfrm>
                <a:off x="572472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2852;p37">
                <a:extLst>
                  <a:ext uri="{FF2B5EF4-FFF2-40B4-BE49-F238E27FC236}">
                    <a16:creationId xmlns:a16="http://schemas.microsoft.com/office/drawing/2014/main" id="{D4D69F32-8709-5023-6392-259DCAFC16DD}"/>
                  </a:ext>
                </a:extLst>
              </p:cNvPr>
              <p:cNvSpPr/>
              <p:nvPr/>
            </p:nvSpPr>
            <p:spPr>
              <a:xfrm>
                <a:off x="5817240" y="429804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2" name="Google Shape;2810;p37">
            <a:extLst>
              <a:ext uri="{FF2B5EF4-FFF2-40B4-BE49-F238E27FC236}">
                <a16:creationId xmlns:a16="http://schemas.microsoft.com/office/drawing/2014/main" id="{5CE3E289-488B-5EF6-26FD-650C37CB8E06}"/>
              </a:ext>
            </a:extLst>
          </p:cNvPr>
          <p:cNvGrpSpPr/>
          <p:nvPr/>
        </p:nvGrpSpPr>
        <p:grpSpPr>
          <a:xfrm>
            <a:off x="6376214" y="4098054"/>
            <a:ext cx="883080" cy="241560"/>
            <a:chOff x="7471800" y="3617640"/>
            <a:chExt cx="883080" cy="241560"/>
          </a:xfrm>
        </p:grpSpPr>
        <p:sp>
          <p:nvSpPr>
            <p:cNvPr id="33" name="Google Shape;2811;p37">
              <a:extLst>
                <a:ext uri="{FF2B5EF4-FFF2-40B4-BE49-F238E27FC236}">
                  <a16:creationId xmlns:a16="http://schemas.microsoft.com/office/drawing/2014/main" id="{7BF3E871-A38E-FC31-B0A6-D9599154A7D9}"/>
                </a:ext>
              </a:extLst>
            </p:cNvPr>
            <p:cNvSpPr/>
            <p:nvPr/>
          </p:nvSpPr>
          <p:spPr>
            <a:xfrm rot="10800000">
              <a:off x="8202960" y="361764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2812;p37">
              <a:extLst>
                <a:ext uri="{FF2B5EF4-FFF2-40B4-BE49-F238E27FC236}">
                  <a16:creationId xmlns:a16="http://schemas.microsoft.com/office/drawing/2014/main" id="{E01604D5-95C0-AA42-62CC-2A50A715FC86}"/>
                </a:ext>
              </a:extLst>
            </p:cNvPr>
            <p:cNvSpPr/>
            <p:nvPr/>
          </p:nvSpPr>
          <p:spPr>
            <a:xfrm rot="10800000">
              <a:off x="8056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2813;p37">
              <a:extLst>
                <a:ext uri="{FF2B5EF4-FFF2-40B4-BE49-F238E27FC236}">
                  <a16:creationId xmlns:a16="http://schemas.microsoft.com/office/drawing/2014/main" id="{149626AA-CC7D-7EFD-E603-15B9F1E81C54}"/>
                </a:ext>
              </a:extLst>
            </p:cNvPr>
            <p:cNvSpPr/>
            <p:nvPr/>
          </p:nvSpPr>
          <p:spPr>
            <a:xfrm rot="10800000">
              <a:off x="791064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2814;p37">
              <a:extLst>
                <a:ext uri="{FF2B5EF4-FFF2-40B4-BE49-F238E27FC236}">
                  <a16:creationId xmlns:a16="http://schemas.microsoft.com/office/drawing/2014/main" id="{7C850DF4-5397-2AA7-0DFE-CA684B57732D}"/>
                </a:ext>
              </a:extLst>
            </p:cNvPr>
            <p:cNvSpPr/>
            <p:nvPr/>
          </p:nvSpPr>
          <p:spPr>
            <a:xfrm rot="10800000">
              <a:off x="776448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2815;p37">
              <a:extLst>
                <a:ext uri="{FF2B5EF4-FFF2-40B4-BE49-F238E27FC236}">
                  <a16:creationId xmlns:a16="http://schemas.microsoft.com/office/drawing/2014/main" id="{6867DB1C-5A01-A2B5-45A8-72A39EA49FE8}"/>
                </a:ext>
              </a:extLst>
            </p:cNvPr>
            <p:cNvSpPr/>
            <p:nvPr/>
          </p:nvSpPr>
          <p:spPr>
            <a:xfrm rot="10800000">
              <a:off x="761832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" name="Google Shape;2816;p37">
              <a:extLst>
                <a:ext uri="{FF2B5EF4-FFF2-40B4-BE49-F238E27FC236}">
                  <a16:creationId xmlns:a16="http://schemas.microsoft.com/office/drawing/2014/main" id="{7BC6CD3D-1A05-6BF5-EEAA-B28CE3BCB478}"/>
                </a:ext>
              </a:extLst>
            </p:cNvPr>
            <p:cNvSpPr/>
            <p:nvPr/>
          </p:nvSpPr>
          <p:spPr>
            <a:xfrm rot="10800000">
              <a:off x="7471800" y="36176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Rectangle 745"/>
          <p:cNvSpPr/>
          <p:nvPr/>
        </p:nvSpPr>
        <p:spPr>
          <a:xfrm>
            <a:off x="619200" y="344137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3200" b="1" dirty="0">
                <a:solidFill>
                  <a:schemeClr val="accent2"/>
                </a:solidFill>
                <a:latin typeface="Exo"/>
              </a:rPr>
              <a:t> Feature Engineering</a:t>
            </a:r>
            <a:r>
              <a:rPr lang="en-US" sz="3200" b="1" u="none" strike="noStrike" dirty="0">
                <a:solidFill>
                  <a:schemeClr val="accent2"/>
                </a:solidFill>
                <a:effectLst/>
                <a:uFillTx/>
                <a:latin typeface="Exo"/>
              </a:rPr>
              <a:t> </a:t>
            </a:r>
            <a:endParaRPr lang="en-US" sz="3200" b="1" u="none" strike="noStrike" dirty="0">
              <a:solidFill>
                <a:schemeClr val="accent2"/>
              </a:solidFill>
              <a:effectLst/>
              <a:uFillTx/>
              <a:latin typeface="OpenSymbol"/>
            </a:endParaRPr>
          </a:p>
        </p:txBody>
      </p:sp>
      <p:sp>
        <p:nvSpPr>
          <p:cNvPr id="747" name="Rectangle 746"/>
          <p:cNvSpPr/>
          <p:nvPr/>
        </p:nvSpPr>
        <p:spPr>
          <a:xfrm>
            <a:off x="683072" y="1277364"/>
            <a:ext cx="7905240" cy="365969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Autofit/>
          </a:bodyPr>
          <a:lstStyle/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u="sng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New features were created to improve model performance:</a:t>
            </a:r>
            <a:endParaRPr lang="en-US" sz="1600" b="1" dirty="0">
              <a:solidFill>
                <a:schemeClr val="l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1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Uses_High_Churn_Services</a:t>
            </a:r>
            <a:r>
              <a:rPr lang="en-US" sz="16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(Customers using services associated with higher churn)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1" dirty="0" err="1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Uses_Low_Churn_Services</a:t>
            </a:r>
            <a:r>
              <a:rPr lang="en-US" sz="16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(Customers using services associated with lower churn)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600" b="1" u="sng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Feature engineering helped in: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Capturing meaningful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Reducing noise.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1" dirty="0">
                <a:solidFill>
                  <a:schemeClr val="lt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Improving predictive performance of models</a:t>
            </a:r>
            <a:r>
              <a:rPr lang="en-US" sz="1600" b="1" u="none" strike="noStrike" dirty="0">
                <a:solidFill>
                  <a:schemeClr val="lt1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US" sz="1600" b="1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Google Shape;2809;p37">
            <a:extLst>
              <a:ext uri="{FF2B5EF4-FFF2-40B4-BE49-F238E27FC236}">
                <a16:creationId xmlns:a16="http://schemas.microsoft.com/office/drawing/2014/main" id="{40BBE405-C9AC-A2ED-9A19-9F51683BB155}"/>
              </a:ext>
            </a:extLst>
          </p:cNvPr>
          <p:cNvSpPr/>
          <p:nvPr/>
        </p:nvSpPr>
        <p:spPr>
          <a:xfrm>
            <a:off x="-1783633" y="3567521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Google Shape;4532;p69">
            <a:extLst>
              <a:ext uri="{FF2B5EF4-FFF2-40B4-BE49-F238E27FC236}">
                <a16:creationId xmlns:a16="http://schemas.microsoft.com/office/drawing/2014/main" id="{D6DC38D2-8CFB-C326-1B72-095211624034}"/>
              </a:ext>
            </a:extLst>
          </p:cNvPr>
          <p:cNvGrpSpPr/>
          <p:nvPr/>
        </p:nvGrpSpPr>
        <p:grpSpPr>
          <a:xfrm rot="10800000">
            <a:off x="171444" y="4046063"/>
            <a:ext cx="241560" cy="1073832"/>
            <a:chOff x="7766280" y="3306960"/>
            <a:chExt cx="241560" cy="882720"/>
          </a:xfrm>
        </p:grpSpPr>
        <p:sp>
          <p:nvSpPr>
            <p:cNvPr id="4" name="Google Shape;4533;p69">
              <a:extLst>
                <a:ext uri="{FF2B5EF4-FFF2-40B4-BE49-F238E27FC236}">
                  <a16:creationId xmlns:a16="http://schemas.microsoft.com/office/drawing/2014/main" id="{4A4751DA-B024-9107-85FD-0AA19D4FBDB6}"/>
                </a:ext>
              </a:extLst>
            </p:cNvPr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4534;p69">
              <a:extLst>
                <a:ext uri="{FF2B5EF4-FFF2-40B4-BE49-F238E27FC236}">
                  <a16:creationId xmlns:a16="http://schemas.microsoft.com/office/drawing/2014/main" id="{FFA62210-6556-B6CD-0807-5F0BB99E6DF4}"/>
                </a:ext>
              </a:extLst>
            </p:cNvPr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4535;p69">
              <a:extLst>
                <a:ext uri="{FF2B5EF4-FFF2-40B4-BE49-F238E27FC236}">
                  <a16:creationId xmlns:a16="http://schemas.microsoft.com/office/drawing/2014/main" id="{67C75388-47A5-1305-0FBD-09FC47A1BA4E}"/>
                </a:ext>
              </a:extLst>
            </p:cNvPr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4536;p69">
              <a:extLst>
                <a:ext uri="{FF2B5EF4-FFF2-40B4-BE49-F238E27FC236}">
                  <a16:creationId xmlns:a16="http://schemas.microsoft.com/office/drawing/2014/main" id="{1268BA0E-E70A-8EF6-AD4A-7FEB80AA2EF7}"/>
                </a:ext>
              </a:extLst>
            </p:cNvPr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4537;p69">
              <a:extLst>
                <a:ext uri="{FF2B5EF4-FFF2-40B4-BE49-F238E27FC236}">
                  <a16:creationId xmlns:a16="http://schemas.microsoft.com/office/drawing/2014/main" id="{B7A8EBD6-5AF1-BF1E-D85B-18632A672494}"/>
                </a:ext>
              </a:extLst>
            </p:cNvPr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4538;p69">
              <a:extLst>
                <a:ext uri="{FF2B5EF4-FFF2-40B4-BE49-F238E27FC236}">
                  <a16:creationId xmlns:a16="http://schemas.microsoft.com/office/drawing/2014/main" id="{B65A19C2-221D-0C3A-D0F3-8E9B5977CF58}"/>
                </a:ext>
              </a:extLst>
            </p:cNvPr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" name="Google Shape;2817;p37">
            <a:extLst>
              <a:ext uri="{FF2B5EF4-FFF2-40B4-BE49-F238E27FC236}">
                <a16:creationId xmlns:a16="http://schemas.microsoft.com/office/drawing/2014/main" id="{0A01DFA1-94DC-4CC6-8CDB-A8D5CC4EBD2E}"/>
              </a:ext>
            </a:extLst>
          </p:cNvPr>
          <p:cNvGrpSpPr/>
          <p:nvPr/>
        </p:nvGrpSpPr>
        <p:grpSpPr>
          <a:xfrm>
            <a:off x="8085032" y="4647363"/>
            <a:ext cx="552600" cy="98640"/>
            <a:chOff x="2118600" y="412560"/>
            <a:chExt cx="552600" cy="98640"/>
          </a:xfrm>
        </p:grpSpPr>
        <p:sp>
          <p:nvSpPr>
            <p:cNvPr id="11" name="Google Shape;2818;p37">
              <a:extLst>
                <a:ext uri="{FF2B5EF4-FFF2-40B4-BE49-F238E27FC236}">
                  <a16:creationId xmlns:a16="http://schemas.microsoft.com/office/drawing/2014/main" id="{656DC709-EABF-D36E-1E4D-74435F0C1934}"/>
                </a:ext>
              </a:extLst>
            </p:cNvPr>
            <p:cNvSpPr/>
            <p:nvPr/>
          </p:nvSpPr>
          <p:spPr>
            <a:xfrm rot="5400000">
              <a:off x="2572560" y="4125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" name="Google Shape;2819;p37">
              <a:extLst>
                <a:ext uri="{FF2B5EF4-FFF2-40B4-BE49-F238E27FC236}">
                  <a16:creationId xmlns:a16="http://schemas.microsoft.com/office/drawing/2014/main" id="{342660B1-4956-B32F-1E3B-2B33111CA61D}"/>
                </a:ext>
              </a:extLst>
            </p:cNvPr>
            <p:cNvSpPr/>
            <p:nvPr/>
          </p:nvSpPr>
          <p:spPr>
            <a:xfrm rot="5400000">
              <a:off x="2599200" y="4395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2820;p37">
              <a:extLst>
                <a:ext uri="{FF2B5EF4-FFF2-40B4-BE49-F238E27FC236}">
                  <a16:creationId xmlns:a16="http://schemas.microsoft.com/office/drawing/2014/main" id="{70C9AADE-7364-58D9-1B9C-BE245973C5C0}"/>
                </a:ext>
              </a:extLst>
            </p:cNvPr>
            <p:cNvSpPr/>
            <p:nvPr/>
          </p:nvSpPr>
          <p:spPr>
            <a:xfrm rot="5400000">
              <a:off x="2118600" y="41544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" name="Google Shape;2821;p37">
              <a:extLst>
                <a:ext uri="{FF2B5EF4-FFF2-40B4-BE49-F238E27FC236}">
                  <a16:creationId xmlns:a16="http://schemas.microsoft.com/office/drawing/2014/main" id="{7736086B-569A-FA47-A174-49E9D9E807E1}"/>
                </a:ext>
              </a:extLst>
            </p:cNvPr>
            <p:cNvSpPr/>
            <p:nvPr/>
          </p:nvSpPr>
          <p:spPr>
            <a:xfrm rot="5400000">
              <a:off x="2142360" y="4395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" name="Google Shape;2822;p37">
              <a:extLst>
                <a:ext uri="{FF2B5EF4-FFF2-40B4-BE49-F238E27FC236}">
                  <a16:creationId xmlns:a16="http://schemas.microsoft.com/office/drawing/2014/main" id="{0A278739-7A97-9626-18A8-A71633323AC6}"/>
                </a:ext>
              </a:extLst>
            </p:cNvPr>
            <p:cNvSpPr/>
            <p:nvPr/>
          </p:nvSpPr>
          <p:spPr>
            <a:xfrm rot="5400000">
              <a:off x="2394720" y="27648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4528;p69"/>
          <p:cNvSpPr/>
          <p:nvPr/>
        </p:nvSpPr>
        <p:spPr>
          <a:xfrm>
            <a:off x="6094274" y="1016704"/>
            <a:ext cx="2903403" cy="2781541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7" name="PlaceHolder 1"/>
          <p:cNvSpPr>
            <a:spLocks noGrp="1"/>
          </p:cNvSpPr>
          <p:nvPr>
            <p:ph type="title"/>
          </p:nvPr>
        </p:nvSpPr>
        <p:spPr>
          <a:xfrm>
            <a:off x="1198853" y="-386390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fr-FR" sz="2400" b="1" u="none" strike="noStrike" dirty="0">
                <a:solidFill>
                  <a:schemeClr val="accent2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Machine Learning </a:t>
            </a:r>
            <a:r>
              <a:rPr lang="fr-FR" sz="2400" b="1" u="none" strike="noStrike" dirty="0" err="1">
                <a:solidFill>
                  <a:schemeClr val="accent2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Models</a:t>
            </a:r>
            <a:endParaRPr lang="fr-FR" sz="2400" b="1" u="none" strike="noStrike" dirty="0">
              <a:solidFill>
                <a:schemeClr val="accent2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8" name="PlaceHolder 2"/>
          <p:cNvSpPr>
            <a:spLocks noGrp="1"/>
          </p:cNvSpPr>
          <p:nvPr>
            <p:ph type="subTitle"/>
          </p:nvPr>
        </p:nvSpPr>
        <p:spPr>
          <a:xfrm>
            <a:off x="1016295" y="839358"/>
            <a:ext cx="9198076" cy="526407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Multiple machine learning models were implemented and evaluated:</a:t>
            </a:r>
          </a:p>
          <a:p>
            <a:pPr marL="4000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Logistic Regression → 94.88%</a:t>
            </a:r>
          </a:p>
          <a:p>
            <a:pPr marL="4000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Decision Tree → 92.47%</a:t>
            </a:r>
          </a:p>
          <a:p>
            <a:pPr marL="4000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Forest → 94.96%</a:t>
            </a:r>
          </a:p>
          <a:p>
            <a:pPr marL="400050" indent="-171450">
              <a:lnSpc>
                <a:spcPct val="150000"/>
              </a:lnSpc>
              <a:buFont typeface="Wingdings" panose="05000000000000000000" pitchFamily="2" charset="2"/>
              <a:buChar char="Ø"/>
              <a:tabLst>
                <a:tab pos="0" algn="l"/>
              </a:tabLst>
            </a:pPr>
            <a:r>
              <a:rPr lang="en-US" sz="12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→ 96.6% (Best ML Model)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2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Observation: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achieved the highest accuracy among machine learning models.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Forest provided balanced and stable performance.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Logistic Regression  performed well with similar accuracy.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12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Decision Tree showed comparatively lower performance.</a:t>
            </a:r>
            <a:endParaRPr lang="en-US" sz="1200" b="1" u="none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9" name="Google Shape;4531;p69"/>
          <p:cNvSpPr/>
          <p:nvPr/>
        </p:nvSpPr>
        <p:spPr>
          <a:xfrm>
            <a:off x="3490613" y="4892330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10" name="Google Shape;4532;p69"/>
          <p:cNvGrpSpPr/>
          <p:nvPr/>
        </p:nvGrpSpPr>
        <p:grpSpPr>
          <a:xfrm>
            <a:off x="8719362" y="4161711"/>
            <a:ext cx="241560" cy="882720"/>
            <a:chOff x="7766280" y="3306960"/>
            <a:chExt cx="241560" cy="882720"/>
          </a:xfrm>
        </p:grpSpPr>
        <p:sp>
          <p:nvSpPr>
            <p:cNvPr id="711" name="Google Shape;4533;p69"/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4534;p69"/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4535;p69"/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4536;p69"/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4537;p69"/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4538;p69"/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7" name="Google Shape;4539;p69"/>
          <p:cNvGrpSpPr/>
          <p:nvPr/>
        </p:nvGrpSpPr>
        <p:grpSpPr>
          <a:xfrm>
            <a:off x="5114933" y="425312"/>
            <a:ext cx="1105920" cy="133920"/>
            <a:chOff x="4789440" y="914760"/>
            <a:chExt cx="1105920" cy="133920"/>
          </a:xfrm>
        </p:grpSpPr>
        <p:grpSp>
          <p:nvGrpSpPr>
            <p:cNvPr id="718" name="Google Shape;4540;p69"/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719" name="Google Shape;4541;p69"/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0" name="Google Shape;4542;p69"/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1" name="Google Shape;4543;p69"/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2" name="Google Shape;4544;p69"/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3" name="Google Shape;4545;p69"/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4" name="Google Shape;4546;p69"/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5" name="Google Shape;4547;p69"/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6" name="Google Shape;4548;p69"/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7" name="Google Shape;4549;p69"/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8" name="Google Shape;4550;p69"/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29" name="Google Shape;4551;p69"/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730" name="Google Shape;4552;p69"/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1" name="Google Shape;4553;p69"/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2" name="Google Shape;4554;p69"/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3" name="Google Shape;4555;p69"/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4" name="Google Shape;4556;p69"/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5" name="Google Shape;4557;p69"/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6" name="Google Shape;4558;p69"/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7" name="Google Shape;4559;p69"/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8" name="Google Shape;4560;p69"/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9" name="Google Shape;4561;p69"/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40" name="Google Shape;4562;p69"/>
          <p:cNvGrpSpPr/>
          <p:nvPr/>
        </p:nvGrpSpPr>
        <p:grpSpPr>
          <a:xfrm>
            <a:off x="6004275" y="3723004"/>
            <a:ext cx="738031" cy="150481"/>
            <a:chOff x="5058720" y="3935160"/>
            <a:chExt cx="552600" cy="98640"/>
          </a:xfrm>
        </p:grpSpPr>
        <p:sp>
          <p:nvSpPr>
            <p:cNvPr id="741" name="Google Shape;4563;p69"/>
            <p:cNvSpPr/>
            <p:nvPr/>
          </p:nvSpPr>
          <p:spPr>
            <a:xfrm rot="5400000">
              <a:off x="5512680" y="3935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4564;p69"/>
            <p:cNvSpPr/>
            <p:nvPr/>
          </p:nvSpPr>
          <p:spPr>
            <a:xfrm rot="5400000">
              <a:off x="5539320" y="3962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4565;p69"/>
            <p:cNvSpPr/>
            <p:nvPr/>
          </p:nvSpPr>
          <p:spPr>
            <a:xfrm rot="5400000">
              <a:off x="5058720" y="3938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4566;p69"/>
            <p:cNvSpPr/>
            <p:nvPr/>
          </p:nvSpPr>
          <p:spPr>
            <a:xfrm rot="5400000">
              <a:off x="5082480" y="3962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4567;p69"/>
            <p:cNvSpPr/>
            <p:nvPr/>
          </p:nvSpPr>
          <p:spPr>
            <a:xfrm rot="5400000">
              <a:off x="5334840" y="3799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" name="Google Shape;4539;p69">
            <a:extLst>
              <a:ext uri="{FF2B5EF4-FFF2-40B4-BE49-F238E27FC236}">
                <a16:creationId xmlns:a16="http://schemas.microsoft.com/office/drawing/2014/main" id="{6FC3468B-56EA-EA32-BE48-D16BA7014C94}"/>
              </a:ext>
            </a:extLst>
          </p:cNvPr>
          <p:cNvGrpSpPr/>
          <p:nvPr/>
        </p:nvGrpSpPr>
        <p:grpSpPr>
          <a:xfrm>
            <a:off x="-200247" y="351412"/>
            <a:ext cx="1105920" cy="133920"/>
            <a:chOff x="4789440" y="914760"/>
            <a:chExt cx="1105920" cy="133920"/>
          </a:xfrm>
        </p:grpSpPr>
        <p:grpSp>
          <p:nvGrpSpPr>
            <p:cNvPr id="3" name="Google Shape;4540;p69">
              <a:extLst>
                <a:ext uri="{FF2B5EF4-FFF2-40B4-BE49-F238E27FC236}">
                  <a16:creationId xmlns:a16="http://schemas.microsoft.com/office/drawing/2014/main" id="{B43B9648-3A79-CFF6-0953-3F59D38963C2}"/>
                </a:ext>
              </a:extLst>
            </p:cNvPr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15" name="Google Shape;4541;p69">
                <a:extLst>
                  <a:ext uri="{FF2B5EF4-FFF2-40B4-BE49-F238E27FC236}">
                    <a16:creationId xmlns:a16="http://schemas.microsoft.com/office/drawing/2014/main" id="{F14AFC45-C3EA-F15D-B804-164F01904938}"/>
                  </a:ext>
                </a:extLst>
              </p:cNvPr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4542;p69">
                <a:extLst>
                  <a:ext uri="{FF2B5EF4-FFF2-40B4-BE49-F238E27FC236}">
                    <a16:creationId xmlns:a16="http://schemas.microsoft.com/office/drawing/2014/main" id="{6A8512D4-ED29-D8FC-87F2-4F7A044E0F2A}"/>
                  </a:ext>
                </a:extLst>
              </p:cNvPr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4543;p69">
                <a:extLst>
                  <a:ext uri="{FF2B5EF4-FFF2-40B4-BE49-F238E27FC236}">
                    <a16:creationId xmlns:a16="http://schemas.microsoft.com/office/drawing/2014/main" id="{30F5D8F8-3F71-2B61-2F37-0735DF74C4D1}"/>
                  </a:ext>
                </a:extLst>
              </p:cNvPr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4544;p69">
                <a:extLst>
                  <a:ext uri="{FF2B5EF4-FFF2-40B4-BE49-F238E27FC236}">
                    <a16:creationId xmlns:a16="http://schemas.microsoft.com/office/drawing/2014/main" id="{25453B7B-F728-9454-3EAD-B721A6199B69}"/>
                  </a:ext>
                </a:extLst>
              </p:cNvPr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4545;p69">
                <a:extLst>
                  <a:ext uri="{FF2B5EF4-FFF2-40B4-BE49-F238E27FC236}">
                    <a16:creationId xmlns:a16="http://schemas.microsoft.com/office/drawing/2014/main" id="{8FC3E875-FFFA-8EB9-7F53-F0047EA0FEB2}"/>
                  </a:ext>
                </a:extLst>
              </p:cNvPr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4546;p69">
                <a:extLst>
                  <a:ext uri="{FF2B5EF4-FFF2-40B4-BE49-F238E27FC236}">
                    <a16:creationId xmlns:a16="http://schemas.microsoft.com/office/drawing/2014/main" id="{F7D43282-6766-6003-3D85-4B34DDB15243}"/>
                  </a:ext>
                </a:extLst>
              </p:cNvPr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4547;p69">
                <a:extLst>
                  <a:ext uri="{FF2B5EF4-FFF2-40B4-BE49-F238E27FC236}">
                    <a16:creationId xmlns:a16="http://schemas.microsoft.com/office/drawing/2014/main" id="{54213583-21AD-50E0-DA91-D872FE8A19C0}"/>
                  </a:ext>
                </a:extLst>
              </p:cNvPr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4548;p69">
                <a:extLst>
                  <a:ext uri="{FF2B5EF4-FFF2-40B4-BE49-F238E27FC236}">
                    <a16:creationId xmlns:a16="http://schemas.microsoft.com/office/drawing/2014/main" id="{369A91BF-3D2C-293B-7521-3BFCEF9C74D6}"/>
                  </a:ext>
                </a:extLst>
              </p:cNvPr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4549;p69">
                <a:extLst>
                  <a:ext uri="{FF2B5EF4-FFF2-40B4-BE49-F238E27FC236}">
                    <a16:creationId xmlns:a16="http://schemas.microsoft.com/office/drawing/2014/main" id="{1DA1AC68-027A-3729-4A1A-9AA1CCA663C2}"/>
                  </a:ext>
                </a:extLst>
              </p:cNvPr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4550;p69">
                <a:extLst>
                  <a:ext uri="{FF2B5EF4-FFF2-40B4-BE49-F238E27FC236}">
                    <a16:creationId xmlns:a16="http://schemas.microsoft.com/office/drawing/2014/main" id="{2D6A0195-86F3-10E6-F6D6-06760AB209C3}"/>
                  </a:ext>
                </a:extLst>
              </p:cNvPr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" name="Google Shape;4551;p69">
              <a:extLst>
                <a:ext uri="{FF2B5EF4-FFF2-40B4-BE49-F238E27FC236}">
                  <a16:creationId xmlns:a16="http://schemas.microsoft.com/office/drawing/2014/main" id="{B15DCC16-1823-6CA5-C165-A89EF13B1E11}"/>
                </a:ext>
              </a:extLst>
            </p:cNvPr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5" name="Google Shape;4552;p69">
                <a:extLst>
                  <a:ext uri="{FF2B5EF4-FFF2-40B4-BE49-F238E27FC236}">
                    <a16:creationId xmlns:a16="http://schemas.microsoft.com/office/drawing/2014/main" id="{58C28AE2-659A-82BD-E5F9-8287C2379A30}"/>
                  </a:ext>
                </a:extLst>
              </p:cNvPr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" name="Google Shape;4553;p69">
                <a:extLst>
                  <a:ext uri="{FF2B5EF4-FFF2-40B4-BE49-F238E27FC236}">
                    <a16:creationId xmlns:a16="http://schemas.microsoft.com/office/drawing/2014/main" id="{F94BE52D-C419-9F44-DC6F-002552724441}"/>
                  </a:ext>
                </a:extLst>
              </p:cNvPr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4554;p69">
                <a:extLst>
                  <a:ext uri="{FF2B5EF4-FFF2-40B4-BE49-F238E27FC236}">
                    <a16:creationId xmlns:a16="http://schemas.microsoft.com/office/drawing/2014/main" id="{1305DE3B-D34E-EE62-7B9B-3B031D01E3D9}"/>
                  </a:ext>
                </a:extLst>
              </p:cNvPr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4555;p69">
                <a:extLst>
                  <a:ext uri="{FF2B5EF4-FFF2-40B4-BE49-F238E27FC236}">
                    <a16:creationId xmlns:a16="http://schemas.microsoft.com/office/drawing/2014/main" id="{927F6707-815D-BF41-561F-E16DDA49BF24}"/>
                  </a:ext>
                </a:extLst>
              </p:cNvPr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4556;p69">
                <a:extLst>
                  <a:ext uri="{FF2B5EF4-FFF2-40B4-BE49-F238E27FC236}">
                    <a16:creationId xmlns:a16="http://schemas.microsoft.com/office/drawing/2014/main" id="{F68005A3-ACDA-824C-8AAA-8BA2BF90E41E}"/>
                  </a:ext>
                </a:extLst>
              </p:cNvPr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4557;p69">
                <a:extLst>
                  <a:ext uri="{FF2B5EF4-FFF2-40B4-BE49-F238E27FC236}">
                    <a16:creationId xmlns:a16="http://schemas.microsoft.com/office/drawing/2014/main" id="{7471D11C-278D-81C2-5937-A0BC35989EB6}"/>
                  </a:ext>
                </a:extLst>
              </p:cNvPr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4558;p69">
                <a:extLst>
                  <a:ext uri="{FF2B5EF4-FFF2-40B4-BE49-F238E27FC236}">
                    <a16:creationId xmlns:a16="http://schemas.microsoft.com/office/drawing/2014/main" id="{69A748EE-2E00-7F2C-F9FC-2F74B3846BAD}"/>
                  </a:ext>
                </a:extLst>
              </p:cNvPr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4559;p69">
                <a:extLst>
                  <a:ext uri="{FF2B5EF4-FFF2-40B4-BE49-F238E27FC236}">
                    <a16:creationId xmlns:a16="http://schemas.microsoft.com/office/drawing/2014/main" id="{D1852068-38DC-C37D-38E1-9528172C78DE}"/>
                  </a:ext>
                </a:extLst>
              </p:cNvPr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4560;p69">
                <a:extLst>
                  <a:ext uri="{FF2B5EF4-FFF2-40B4-BE49-F238E27FC236}">
                    <a16:creationId xmlns:a16="http://schemas.microsoft.com/office/drawing/2014/main" id="{6F673A2B-2962-80FC-F52A-7B23C5C756E6}"/>
                  </a:ext>
                </a:extLst>
              </p:cNvPr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4561;p69">
                <a:extLst>
                  <a:ext uri="{FF2B5EF4-FFF2-40B4-BE49-F238E27FC236}">
                    <a16:creationId xmlns:a16="http://schemas.microsoft.com/office/drawing/2014/main" id="{61784A7A-1D7C-7A45-DA79-A7549F1D6F26}"/>
                  </a:ext>
                </a:extLst>
              </p:cNvPr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E7817-3433-EDD7-5E75-B270D046C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4528;p69">
            <a:extLst>
              <a:ext uri="{FF2B5EF4-FFF2-40B4-BE49-F238E27FC236}">
                <a16:creationId xmlns:a16="http://schemas.microsoft.com/office/drawing/2014/main" id="{B2CEE881-71EF-652A-BDFF-255AA14C9E79}"/>
              </a:ext>
            </a:extLst>
          </p:cNvPr>
          <p:cNvSpPr/>
          <p:nvPr/>
        </p:nvSpPr>
        <p:spPr>
          <a:xfrm>
            <a:off x="5474880" y="1307160"/>
            <a:ext cx="2727360" cy="272988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  <a:effectLst>
            <a:outerShdw blurRad="657360" algn="bl" rotWithShape="0">
              <a:schemeClr val="accent2">
                <a:alpha val="40000"/>
              </a:scheme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07" name="PlaceHolder 1">
            <a:extLst>
              <a:ext uri="{FF2B5EF4-FFF2-40B4-BE49-F238E27FC236}">
                <a16:creationId xmlns:a16="http://schemas.microsoft.com/office/drawing/2014/main" id="{21E63738-B845-06F1-A09E-7443EA045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3382" y="-480508"/>
            <a:ext cx="4466880" cy="1142640"/>
          </a:xfrm>
          <a:prstGeom prst="rect">
            <a:avLst/>
          </a:prstGeom>
          <a:noFill/>
          <a:ln w="0">
            <a:noFill/>
          </a:ln>
          <a:effectLst>
            <a:outerShdw blurRad="85680" rotWithShape="0">
              <a:srgbClr val="8FFFFF">
                <a:alpha val="40000"/>
              </a:srgbClr>
            </a:outerShdw>
          </a:effectLst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fr-FR" sz="2400" b="1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Deep Learning Model </a:t>
            </a:r>
            <a:endParaRPr lang="fr-FR" sz="2400" b="1" u="none" strike="noStrike" dirty="0">
              <a:solidFill>
                <a:schemeClr val="accent2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8" name="PlaceHolder 2">
            <a:extLst>
              <a:ext uri="{FF2B5EF4-FFF2-40B4-BE49-F238E27FC236}">
                <a16:creationId xmlns:a16="http://schemas.microsoft.com/office/drawing/2014/main" id="{96BCE6A5-A77C-AFC9-D5A7-7A25E2379220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033169" y="612286"/>
            <a:ext cx="8252169" cy="150858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Architecture:</a:t>
            </a:r>
          </a:p>
          <a:p>
            <a:pPr marL="4000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Input layer with customer feature inputs</a:t>
            </a:r>
          </a:p>
          <a:p>
            <a:pPr marL="4000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Hidden Layer 1 → 64 neurons with </a:t>
            </a:r>
            <a:r>
              <a:rPr lang="en-US" sz="8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ReLU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activation</a:t>
            </a:r>
          </a:p>
          <a:p>
            <a:pPr marL="4000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Dropout Layer → 0.3 (to reduce overfitting)</a:t>
            </a:r>
          </a:p>
          <a:p>
            <a:pPr marL="4000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Hidden Layer 2 → 32 neurons with </a:t>
            </a:r>
            <a:r>
              <a:rPr lang="en-US" sz="8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ReLU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activation</a:t>
            </a:r>
          </a:p>
          <a:p>
            <a:pPr marL="4000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Dropout Layer → 0.2</a:t>
            </a:r>
          </a:p>
          <a:p>
            <a:pPr marL="400050" indent="-171450">
              <a:lnSpc>
                <a:spcPct val="150000"/>
              </a:lnSpc>
              <a:buFont typeface="Courier New" panose="02070309020205020404" pitchFamily="49" charset="0"/>
              <a:buChar char="o"/>
              <a:tabLst>
                <a:tab pos="0" algn="l"/>
              </a:tabLst>
            </a:pP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Output Layer → 1 neuron with Sigmoid activation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Training Configuration: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8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Epochs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50 (with Early Stopping)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8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Batch Size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32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8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Optimizer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Adam</a:t>
            </a:r>
          </a:p>
          <a:p>
            <a:pPr marL="400050" indent="-171450">
              <a:lnSpc>
                <a:spcPct val="150000"/>
              </a:lnSpc>
              <a:tabLst>
                <a:tab pos="0" algn="l"/>
              </a:tabLst>
            </a:pPr>
            <a:r>
              <a:rPr lang="en-US" sz="8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Loss Function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Binary </a:t>
            </a:r>
            <a:r>
              <a:rPr lang="en-US" sz="8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Crossentropy</a:t>
            </a:r>
            <a:endParaRPr lang="en-US" sz="800" b="1" dirty="0">
              <a:solidFill>
                <a:srgbClr val="FFFFFF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r>
              <a:rPr lang="en-US" sz="10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Observation:</a:t>
            </a:r>
            <a:r>
              <a:rPr lang="en-US" sz="800" b="1" u="sng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 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The ANN model achieved high accuracy and strong recall in churn prediction. The model effectively learned customer behavior patterns and successfully identified most churn customers. The use of </a:t>
            </a:r>
            <a:r>
              <a:rPr lang="en-US" sz="800" b="1" dirty="0" err="1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ReLU</a:t>
            </a:r>
            <a:r>
              <a:rPr lang="en-US" sz="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activation, dropout layers, and early stopping helped improve performance while reducing overfitting.</a:t>
            </a: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900" b="1" strike="noStrike" dirty="0">
              <a:solidFill>
                <a:srgbClr val="FFFFFF"/>
              </a:solidFill>
              <a:effectLst/>
              <a:uFillTx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9" name="Google Shape;4531;p69">
            <a:extLst>
              <a:ext uri="{FF2B5EF4-FFF2-40B4-BE49-F238E27FC236}">
                <a16:creationId xmlns:a16="http://schemas.microsoft.com/office/drawing/2014/main" id="{6E507E7B-B54A-D54B-8CB6-4ABA703A079C}"/>
              </a:ext>
            </a:extLst>
          </p:cNvPr>
          <p:cNvSpPr/>
          <p:nvPr/>
        </p:nvSpPr>
        <p:spPr>
          <a:xfrm>
            <a:off x="2832975" y="4985608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710" name="Google Shape;4532;p69">
            <a:extLst>
              <a:ext uri="{FF2B5EF4-FFF2-40B4-BE49-F238E27FC236}">
                <a16:creationId xmlns:a16="http://schemas.microsoft.com/office/drawing/2014/main" id="{9E51FA31-BF9C-26C4-DF16-F1BD5FDC91B8}"/>
              </a:ext>
            </a:extLst>
          </p:cNvPr>
          <p:cNvGrpSpPr/>
          <p:nvPr/>
        </p:nvGrpSpPr>
        <p:grpSpPr>
          <a:xfrm>
            <a:off x="8583942" y="2350207"/>
            <a:ext cx="241560" cy="882720"/>
            <a:chOff x="7766280" y="3306960"/>
            <a:chExt cx="241560" cy="882720"/>
          </a:xfrm>
        </p:grpSpPr>
        <p:sp>
          <p:nvSpPr>
            <p:cNvPr id="711" name="Google Shape;4533;p69">
              <a:extLst>
                <a:ext uri="{FF2B5EF4-FFF2-40B4-BE49-F238E27FC236}">
                  <a16:creationId xmlns:a16="http://schemas.microsoft.com/office/drawing/2014/main" id="{FB53E2F6-E669-B2EC-4EB0-8B6C89907EBE}"/>
                </a:ext>
              </a:extLst>
            </p:cNvPr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2" name="Google Shape;4534;p69">
              <a:extLst>
                <a:ext uri="{FF2B5EF4-FFF2-40B4-BE49-F238E27FC236}">
                  <a16:creationId xmlns:a16="http://schemas.microsoft.com/office/drawing/2014/main" id="{367AAD9D-0172-0DEA-A1F8-268F1368326E}"/>
                </a:ext>
              </a:extLst>
            </p:cNvPr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3" name="Google Shape;4535;p69">
              <a:extLst>
                <a:ext uri="{FF2B5EF4-FFF2-40B4-BE49-F238E27FC236}">
                  <a16:creationId xmlns:a16="http://schemas.microsoft.com/office/drawing/2014/main" id="{2AC3E24E-6CA2-F827-D40A-885AF3C6ED3B}"/>
                </a:ext>
              </a:extLst>
            </p:cNvPr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4" name="Google Shape;4536;p69">
              <a:extLst>
                <a:ext uri="{FF2B5EF4-FFF2-40B4-BE49-F238E27FC236}">
                  <a16:creationId xmlns:a16="http://schemas.microsoft.com/office/drawing/2014/main" id="{3E4B283F-CE96-74C3-3713-3626FDE4945A}"/>
                </a:ext>
              </a:extLst>
            </p:cNvPr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5" name="Google Shape;4537;p69">
              <a:extLst>
                <a:ext uri="{FF2B5EF4-FFF2-40B4-BE49-F238E27FC236}">
                  <a16:creationId xmlns:a16="http://schemas.microsoft.com/office/drawing/2014/main" id="{D8AEBC07-B32B-ED1C-5DD6-1483AE961921}"/>
                </a:ext>
              </a:extLst>
            </p:cNvPr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16" name="Google Shape;4538;p69">
              <a:extLst>
                <a:ext uri="{FF2B5EF4-FFF2-40B4-BE49-F238E27FC236}">
                  <a16:creationId xmlns:a16="http://schemas.microsoft.com/office/drawing/2014/main" id="{9BC79EA6-52E7-9DD6-2AB4-DF7E3D9E2A2E}"/>
                </a:ext>
              </a:extLst>
            </p:cNvPr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717" name="Google Shape;4539;p69">
            <a:extLst>
              <a:ext uri="{FF2B5EF4-FFF2-40B4-BE49-F238E27FC236}">
                <a16:creationId xmlns:a16="http://schemas.microsoft.com/office/drawing/2014/main" id="{57A04EED-D76E-EEFC-ABC2-9A1EB32937E3}"/>
              </a:ext>
            </a:extLst>
          </p:cNvPr>
          <p:cNvGrpSpPr/>
          <p:nvPr/>
        </p:nvGrpSpPr>
        <p:grpSpPr>
          <a:xfrm>
            <a:off x="4538702" y="363704"/>
            <a:ext cx="1241102" cy="138274"/>
            <a:chOff x="4789440" y="914760"/>
            <a:chExt cx="1105920" cy="133920"/>
          </a:xfrm>
        </p:grpSpPr>
        <p:grpSp>
          <p:nvGrpSpPr>
            <p:cNvPr id="718" name="Google Shape;4540;p69">
              <a:extLst>
                <a:ext uri="{FF2B5EF4-FFF2-40B4-BE49-F238E27FC236}">
                  <a16:creationId xmlns:a16="http://schemas.microsoft.com/office/drawing/2014/main" id="{A6E00897-8A94-E335-68C7-A69C2E072715}"/>
                </a:ext>
              </a:extLst>
            </p:cNvPr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719" name="Google Shape;4541;p69">
                <a:extLst>
                  <a:ext uri="{FF2B5EF4-FFF2-40B4-BE49-F238E27FC236}">
                    <a16:creationId xmlns:a16="http://schemas.microsoft.com/office/drawing/2014/main" id="{5171A8F6-633C-D3CF-4699-13BAFAF4EE5B}"/>
                  </a:ext>
                </a:extLst>
              </p:cNvPr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0" name="Google Shape;4542;p69">
                <a:extLst>
                  <a:ext uri="{FF2B5EF4-FFF2-40B4-BE49-F238E27FC236}">
                    <a16:creationId xmlns:a16="http://schemas.microsoft.com/office/drawing/2014/main" id="{0D0FD1CD-584F-6B2C-DCAF-7F7192CE98B5}"/>
                  </a:ext>
                </a:extLst>
              </p:cNvPr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1" name="Google Shape;4543;p69">
                <a:extLst>
                  <a:ext uri="{FF2B5EF4-FFF2-40B4-BE49-F238E27FC236}">
                    <a16:creationId xmlns:a16="http://schemas.microsoft.com/office/drawing/2014/main" id="{2AC878C6-F3FD-2807-0576-859B438275A0}"/>
                  </a:ext>
                </a:extLst>
              </p:cNvPr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2" name="Google Shape;4544;p69">
                <a:extLst>
                  <a:ext uri="{FF2B5EF4-FFF2-40B4-BE49-F238E27FC236}">
                    <a16:creationId xmlns:a16="http://schemas.microsoft.com/office/drawing/2014/main" id="{5B1BD927-3199-424E-7456-44B42D59F936}"/>
                  </a:ext>
                </a:extLst>
              </p:cNvPr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3" name="Google Shape;4545;p69">
                <a:extLst>
                  <a:ext uri="{FF2B5EF4-FFF2-40B4-BE49-F238E27FC236}">
                    <a16:creationId xmlns:a16="http://schemas.microsoft.com/office/drawing/2014/main" id="{D0C80361-0677-9028-64E3-9FFD6022B64A}"/>
                  </a:ext>
                </a:extLst>
              </p:cNvPr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4" name="Google Shape;4546;p69">
                <a:extLst>
                  <a:ext uri="{FF2B5EF4-FFF2-40B4-BE49-F238E27FC236}">
                    <a16:creationId xmlns:a16="http://schemas.microsoft.com/office/drawing/2014/main" id="{C17B2D13-8E2F-752F-7309-50E7F8EC0FB6}"/>
                  </a:ext>
                </a:extLst>
              </p:cNvPr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5" name="Google Shape;4547;p69">
                <a:extLst>
                  <a:ext uri="{FF2B5EF4-FFF2-40B4-BE49-F238E27FC236}">
                    <a16:creationId xmlns:a16="http://schemas.microsoft.com/office/drawing/2014/main" id="{EB9FBED8-4671-1498-7267-4259E35712C8}"/>
                  </a:ext>
                </a:extLst>
              </p:cNvPr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6" name="Google Shape;4548;p69">
                <a:extLst>
                  <a:ext uri="{FF2B5EF4-FFF2-40B4-BE49-F238E27FC236}">
                    <a16:creationId xmlns:a16="http://schemas.microsoft.com/office/drawing/2014/main" id="{D55B84B0-529C-44E4-9ED6-EB69CE4ACB5E}"/>
                  </a:ext>
                </a:extLst>
              </p:cNvPr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7" name="Google Shape;4549;p69">
                <a:extLst>
                  <a:ext uri="{FF2B5EF4-FFF2-40B4-BE49-F238E27FC236}">
                    <a16:creationId xmlns:a16="http://schemas.microsoft.com/office/drawing/2014/main" id="{033301B0-1AC5-4295-832E-B6751E484241}"/>
                  </a:ext>
                </a:extLst>
              </p:cNvPr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28" name="Google Shape;4550;p69">
                <a:extLst>
                  <a:ext uri="{FF2B5EF4-FFF2-40B4-BE49-F238E27FC236}">
                    <a16:creationId xmlns:a16="http://schemas.microsoft.com/office/drawing/2014/main" id="{20927FF5-6169-C386-54FB-6887B65296AC}"/>
                  </a:ext>
                </a:extLst>
              </p:cNvPr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729" name="Google Shape;4551;p69">
              <a:extLst>
                <a:ext uri="{FF2B5EF4-FFF2-40B4-BE49-F238E27FC236}">
                  <a16:creationId xmlns:a16="http://schemas.microsoft.com/office/drawing/2014/main" id="{122E82DE-B825-5C0A-2AAB-F819183CB871}"/>
                </a:ext>
              </a:extLst>
            </p:cNvPr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730" name="Google Shape;4552;p69">
                <a:extLst>
                  <a:ext uri="{FF2B5EF4-FFF2-40B4-BE49-F238E27FC236}">
                    <a16:creationId xmlns:a16="http://schemas.microsoft.com/office/drawing/2014/main" id="{8C5EEB20-6717-B797-EE7E-32E2CBD7CE8C}"/>
                  </a:ext>
                </a:extLst>
              </p:cNvPr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1" name="Google Shape;4553;p69">
                <a:extLst>
                  <a:ext uri="{FF2B5EF4-FFF2-40B4-BE49-F238E27FC236}">
                    <a16:creationId xmlns:a16="http://schemas.microsoft.com/office/drawing/2014/main" id="{BA4E497F-8E9B-0E3D-14C9-492FF3FF53C9}"/>
                  </a:ext>
                </a:extLst>
              </p:cNvPr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2" name="Google Shape;4554;p69">
                <a:extLst>
                  <a:ext uri="{FF2B5EF4-FFF2-40B4-BE49-F238E27FC236}">
                    <a16:creationId xmlns:a16="http://schemas.microsoft.com/office/drawing/2014/main" id="{22017482-2DCA-3455-0258-CA7AFF0C7808}"/>
                  </a:ext>
                </a:extLst>
              </p:cNvPr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3" name="Google Shape;4555;p69">
                <a:extLst>
                  <a:ext uri="{FF2B5EF4-FFF2-40B4-BE49-F238E27FC236}">
                    <a16:creationId xmlns:a16="http://schemas.microsoft.com/office/drawing/2014/main" id="{CB273B8D-EC7D-A8C3-46A7-E618C98A46F1}"/>
                  </a:ext>
                </a:extLst>
              </p:cNvPr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4" name="Google Shape;4556;p69">
                <a:extLst>
                  <a:ext uri="{FF2B5EF4-FFF2-40B4-BE49-F238E27FC236}">
                    <a16:creationId xmlns:a16="http://schemas.microsoft.com/office/drawing/2014/main" id="{51BF842E-5C1C-597C-96EB-6649F8CF1650}"/>
                  </a:ext>
                </a:extLst>
              </p:cNvPr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5" name="Google Shape;4557;p69">
                <a:extLst>
                  <a:ext uri="{FF2B5EF4-FFF2-40B4-BE49-F238E27FC236}">
                    <a16:creationId xmlns:a16="http://schemas.microsoft.com/office/drawing/2014/main" id="{20FB8F60-4D17-1618-94E9-1FB174986E57}"/>
                  </a:ext>
                </a:extLst>
              </p:cNvPr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6" name="Google Shape;4558;p69">
                <a:extLst>
                  <a:ext uri="{FF2B5EF4-FFF2-40B4-BE49-F238E27FC236}">
                    <a16:creationId xmlns:a16="http://schemas.microsoft.com/office/drawing/2014/main" id="{24B8EE3C-BAF6-BEAD-E75D-60BD0B390FA2}"/>
                  </a:ext>
                </a:extLst>
              </p:cNvPr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7" name="Google Shape;4559;p69">
                <a:extLst>
                  <a:ext uri="{FF2B5EF4-FFF2-40B4-BE49-F238E27FC236}">
                    <a16:creationId xmlns:a16="http://schemas.microsoft.com/office/drawing/2014/main" id="{0664C519-3D71-17F5-42A5-160EECF8FC68}"/>
                  </a:ext>
                </a:extLst>
              </p:cNvPr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8" name="Google Shape;4560;p69">
                <a:extLst>
                  <a:ext uri="{FF2B5EF4-FFF2-40B4-BE49-F238E27FC236}">
                    <a16:creationId xmlns:a16="http://schemas.microsoft.com/office/drawing/2014/main" id="{10BA136C-13FE-2043-5C4A-9926D1A7EFC0}"/>
                  </a:ext>
                </a:extLst>
              </p:cNvPr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39" name="Google Shape;4561;p69">
                <a:extLst>
                  <a:ext uri="{FF2B5EF4-FFF2-40B4-BE49-F238E27FC236}">
                    <a16:creationId xmlns:a16="http://schemas.microsoft.com/office/drawing/2014/main" id="{5C3C78A1-7237-9C47-F95E-01D5229D9C9F}"/>
                  </a:ext>
                </a:extLst>
              </p:cNvPr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740" name="Google Shape;4562;p69">
            <a:extLst>
              <a:ext uri="{FF2B5EF4-FFF2-40B4-BE49-F238E27FC236}">
                <a16:creationId xmlns:a16="http://schemas.microsoft.com/office/drawing/2014/main" id="{0463B5AE-5EE2-E44F-068A-F6BDE812FEF3}"/>
              </a:ext>
            </a:extLst>
          </p:cNvPr>
          <p:cNvGrpSpPr/>
          <p:nvPr/>
        </p:nvGrpSpPr>
        <p:grpSpPr>
          <a:xfrm>
            <a:off x="2900960" y="3029636"/>
            <a:ext cx="552600" cy="98640"/>
            <a:chOff x="5058720" y="3935160"/>
            <a:chExt cx="552600" cy="98640"/>
          </a:xfrm>
        </p:grpSpPr>
        <p:sp>
          <p:nvSpPr>
            <p:cNvPr id="741" name="Google Shape;4563;p69">
              <a:extLst>
                <a:ext uri="{FF2B5EF4-FFF2-40B4-BE49-F238E27FC236}">
                  <a16:creationId xmlns:a16="http://schemas.microsoft.com/office/drawing/2014/main" id="{F0DDDAED-201C-9C57-42B7-9DD3C7448020}"/>
                </a:ext>
              </a:extLst>
            </p:cNvPr>
            <p:cNvSpPr/>
            <p:nvPr/>
          </p:nvSpPr>
          <p:spPr>
            <a:xfrm rot="5400000">
              <a:off x="5512680" y="3935160"/>
              <a:ext cx="98640" cy="98640"/>
            </a:xfrm>
            <a:custGeom>
              <a:avLst/>
              <a:gdLst>
                <a:gd name="textAreaLeft" fmla="*/ 0 w 98640"/>
                <a:gd name="textAreaRight" fmla="*/ 99000 w 98640"/>
                <a:gd name="textAreaTop" fmla="*/ 0 h 98640"/>
                <a:gd name="textAreaBottom" fmla="*/ 99000 h 98640"/>
              </a:gdLst>
              <a:ahLst/>
              <a:cxnLst/>
              <a:rect l="textAreaLeft" t="textAreaTop" r="textAreaRight" b="textAreaBottom"/>
              <a:pathLst>
                <a:path w="3174" h="3174" fill="none">
                  <a:moveTo>
                    <a:pt x="1810" y="124"/>
                  </a:moveTo>
                  <a:cubicBezTo>
                    <a:pt x="2603" y="248"/>
                    <a:pt x="3173" y="1017"/>
                    <a:pt x="3024" y="1810"/>
                  </a:cubicBezTo>
                  <a:cubicBezTo>
                    <a:pt x="2900" y="2603"/>
                    <a:pt x="2157" y="3173"/>
                    <a:pt x="1339" y="3025"/>
                  </a:cubicBezTo>
                  <a:cubicBezTo>
                    <a:pt x="545" y="2901"/>
                    <a:pt x="0" y="2157"/>
                    <a:pt x="124" y="1339"/>
                  </a:cubicBezTo>
                  <a:cubicBezTo>
                    <a:pt x="248" y="546"/>
                    <a:pt x="992" y="0"/>
                    <a:pt x="1810" y="124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49320" bIns="49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2" name="Google Shape;4564;p69">
              <a:extLst>
                <a:ext uri="{FF2B5EF4-FFF2-40B4-BE49-F238E27FC236}">
                  <a16:creationId xmlns:a16="http://schemas.microsoft.com/office/drawing/2014/main" id="{3332FAFB-FF13-66AA-71D7-E7C3202AEDEB}"/>
                </a:ext>
              </a:extLst>
            </p:cNvPr>
            <p:cNvSpPr/>
            <p:nvPr/>
          </p:nvSpPr>
          <p:spPr>
            <a:xfrm rot="5400000">
              <a:off x="5539320" y="3962160"/>
              <a:ext cx="46080" cy="42840"/>
            </a:xfrm>
            <a:custGeom>
              <a:avLst/>
              <a:gdLst>
                <a:gd name="textAreaLeft" fmla="*/ 0 w 46080"/>
                <a:gd name="textAreaRight" fmla="*/ 46440 w 4608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488" h="1383">
                  <a:moveTo>
                    <a:pt x="744" y="1"/>
                  </a:moveTo>
                  <a:cubicBezTo>
                    <a:pt x="417" y="1"/>
                    <a:pt x="119" y="253"/>
                    <a:pt x="74" y="583"/>
                  </a:cubicBezTo>
                  <a:cubicBezTo>
                    <a:pt x="0" y="955"/>
                    <a:pt x="273" y="1327"/>
                    <a:pt x="645" y="1376"/>
                  </a:cubicBezTo>
                  <a:cubicBezTo>
                    <a:pt x="676" y="1380"/>
                    <a:pt x="708" y="1383"/>
                    <a:pt x="739" y="1383"/>
                  </a:cubicBezTo>
                  <a:cubicBezTo>
                    <a:pt x="1074" y="1383"/>
                    <a:pt x="1370" y="1146"/>
                    <a:pt x="1438" y="806"/>
                  </a:cubicBezTo>
                  <a:cubicBezTo>
                    <a:pt x="1487" y="434"/>
                    <a:pt x="1240" y="62"/>
                    <a:pt x="868" y="13"/>
                  </a:cubicBezTo>
                  <a:cubicBezTo>
                    <a:pt x="826" y="4"/>
                    <a:pt x="785" y="1"/>
                    <a:pt x="744" y="1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3" name="Google Shape;4565;p69">
              <a:extLst>
                <a:ext uri="{FF2B5EF4-FFF2-40B4-BE49-F238E27FC236}">
                  <a16:creationId xmlns:a16="http://schemas.microsoft.com/office/drawing/2014/main" id="{A857FACD-8DFF-52AA-A7F2-D118508FBBED}"/>
                </a:ext>
              </a:extLst>
            </p:cNvPr>
            <p:cNvSpPr/>
            <p:nvPr/>
          </p:nvSpPr>
          <p:spPr>
            <a:xfrm rot="5400000">
              <a:off x="5058720" y="3938400"/>
              <a:ext cx="91440" cy="91440"/>
            </a:xfrm>
            <a:custGeom>
              <a:avLst/>
              <a:gdLst>
                <a:gd name="textAreaLeft" fmla="*/ 0 w 91440"/>
                <a:gd name="textAreaRight" fmla="*/ 91800 w 91440"/>
                <a:gd name="textAreaTop" fmla="*/ 0 h 91440"/>
                <a:gd name="textAreaBottom" fmla="*/ 91800 h 91440"/>
              </a:gdLst>
              <a:ahLst/>
              <a:cxnLst/>
              <a:rect l="textAreaLeft" t="textAreaTop" r="textAreaRight" b="textAreaBottom"/>
              <a:pathLst>
                <a:path w="2951" h="2951" fill="none">
                  <a:moveTo>
                    <a:pt x="1463" y="2951"/>
                  </a:moveTo>
                  <a:cubicBezTo>
                    <a:pt x="645" y="2951"/>
                    <a:pt x="0" y="2306"/>
                    <a:pt x="0" y="1488"/>
                  </a:cubicBezTo>
                  <a:cubicBezTo>
                    <a:pt x="0" y="670"/>
                    <a:pt x="645" y="1"/>
                    <a:pt x="1463" y="1"/>
                  </a:cubicBezTo>
                  <a:cubicBezTo>
                    <a:pt x="2281" y="1"/>
                    <a:pt x="2950" y="670"/>
                    <a:pt x="2950" y="1488"/>
                  </a:cubicBezTo>
                  <a:cubicBezTo>
                    <a:pt x="2950" y="2306"/>
                    <a:pt x="2281" y="2951"/>
                    <a:pt x="1463" y="2951"/>
                  </a:cubicBezTo>
                  <a:close/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4" name="Google Shape;4566;p69">
              <a:extLst>
                <a:ext uri="{FF2B5EF4-FFF2-40B4-BE49-F238E27FC236}">
                  <a16:creationId xmlns:a16="http://schemas.microsoft.com/office/drawing/2014/main" id="{D8045F3D-91A5-3EEA-5003-0CBB19ECFE4D}"/>
                </a:ext>
              </a:extLst>
            </p:cNvPr>
            <p:cNvSpPr/>
            <p:nvPr/>
          </p:nvSpPr>
          <p:spPr>
            <a:xfrm rot="5400000">
              <a:off x="5082480" y="3962160"/>
              <a:ext cx="42840" cy="42840"/>
            </a:xfrm>
            <a:custGeom>
              <a:avLst/>
              <a:gdLst>
                <a:gd name="textAreaLeft" fmla="*/ 0 w 42840"/>
                <a:gd name="textAreaRight" fmla="*/ 43200 w 42840"/>
                <a:gd name="textAreaTop" fmla="*/ 0 h 42840"/>
                <a:gd name="textAreaBottom" fmla="*/ 43200 h 42840"/>
              </a:gdLst>
              <a:ahLst/>
              <a:cxnLst/>
              <a:rect l="textAreaLeft" t="textAreaTop" r="textAreaRight" b="textAreaBottom"/>
              <a:pathLst>
                <a:path w="1389" h="1389">
                  <a:moveTo>
                    <a:pt x="695" y="0"/>
                  </a:moveTo>
                  <a:cubicBezTo>
                    <a:pt x="323" y="0"/>
                    <a:pt x="1" y="297"/>
                    <a:pt x="1" y="694"/>
                  </a:cubicBezTo>
                  <a:cubicBezTo>
                    <a:pt x="1" y="1066"/>
                    <a:pt x="323" y="1388"/>
                    <a:pt x="695" y="1388"/>
                  </a:cubicBezTo>
                  <a:cubicBezTo>
                    <a:pt x="1091" y="1388"/>
                    <a:pt x="1389" y="1066"/>
                    <a:pt x="1389" y="694"/>
                  </a:cubicBezTo>
                  <a:cubicBezTo>
                    <a:pt x="1389" y="297"/>
                    <a:pt x="1091" y="0"/>
                    <a:pt x="695" y="0"/>
                  </a:cubicBezTo>
                  <a:close/>
                </a:path>
              </a:pathLst>
            </a:custGeom>
            <a:solidFill>
              <a:schemeClr val="accent3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21600" bIns="216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5" name="Google Shape;4567;p69">
              <a:extLst>
                <a:ext uri="{FF2B5EF4-FFF2-40B4-BE49-F238E27FC236}">
                  <a16:creationId xmlns:a16="http://schemas.microsoft.com/office/drawing/2014/main" id="{F087C2E3-1C1E-156B-EE1A-1B8CEAFDAB0B}"/>
                </a:ext>
              </a:extLst>
            </p:cNvPr>
            <p:cNvSpPr/>
            <p:nvPr/>
          </p:nvSpPr>
          <p:spPr>
            <a:xfrm rot="5400000">
              <a:off x="5334840" y="3799440"/>
              <a:ext cx="360" cy="35820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358200"/>
                <a:gd name="textAreaBottom" fmla="*/ 358560 h 358200"/>
              </a:gdLst>
              <a:ahLst/>
              <a:cxnLst/>
              <a:rect l="textAreaLeft" t="textAreaTop" r="textAreaRight" b="textAreaBottom"/>
              <a:pathLst>
                <a:path w="1" h="11504" fill="none">
                  <a:moveTo>
                    <a:pt x="0" y="11503"/>
                  </a:moveTo>
                  <a:lnTo>
                    <a:pt x="0" y="1"/>
                  </a:lnTo>
                </a:path>
              </a:pathLst>
            </a:custGeom>
            <a:noFill/>
            <a:ln w="19050" cap="rnd">
              <a:solidFill>
                <a:srgbClr val="95FFAE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" name="Google Shape;4539;p69">
            <a:extLst>
              <a:ext uri="{FF2B5EF4-FFF2-40B4-BE49-F238E27FC236}">
                <a16:creationId xmlns:a16="http://schemas.microsoft.com/office/drawing/2014/main" id="{696274CE-14A1-CD9F-FAE9-3F21BAB809FB}"/>
              </a:ext>
            </a:extLst>
          </p:cNvPr>
          <p:cNvGrpSpPr/>
          <p:nvPr/>
        </p:nvGrpSpPr>
        <p:grpSpPr>
          <a:xfrm>
            <a:off x="-235056" y="295690"/>
            <a:ext cx="1198440" cy="169221"/>
            <a:chOff x="4789440" y="914760"/>
            <a:chExt cx="1105920" cy="133920"/>
          </a:xfrm>
        </p:grpSpPr>
        <p:grpSp>
          <p:nvGrpSpPr>
            <p:cNvPr id="3" name="Google Shape;4540;p69">
              <a:extLst>
                <a:ext uri="{FF2B5EF4-FFF2-40B4-BE49-F238E27FC236}">
                  <a16:creationId xmlns:a16="http://schemas.microsoft.com/office/drawing/2014/main" id="{D5797381-9F3C-648D-78FB-3EB5A86C370A}"/>
                </a:ext>
              </a:extLst>
            </p:cNvPr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15" name="Google Shape;4541;p69">
                <a:extLst>
                  <a:ext uri="{FF2B5EF4-FFF2-40B4-BE49-F238E27FC236}">
                    <a16:creationId xmlns:a16="http://schemas.microsoft.com/office/drawing/2014/main" id="{11D7D962-4BC0-4DDC-1899-89CCD8F65E46}"/>
                  </a:ext>
                </a:extLst>
              </p:cNvPr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4542;p69">
                <a:extLst>
                  <a:ext uri="{FF2B5EF4-FFF2-40B4-BE49-F238E27FC236}">
                    <a16:creationId xmlns:a16="http://schemas.microsoft.com/office/drawing/2014/main" id="{6CF705ED-151F-F9BD-61BF-9EABEB160695}"/>
                  </a:ext>
                </a:extLst>
              </p:cNvPr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4543;p69">
                <a:extLst>
                  <a:ext uri="{FF2B5EF4-FFF2-40B4-BE49-F238E27FC236}">
                    <a16:creationId xmlns:a16="http://schemas.microsoft.com/office/drawing/2014/main" id="{60A2A76A-0D43-A736-F129-3FFE799538AC}"/>
                  </a:ext>
                </a:extLst>
              </p:cNvPr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4544;p69">
                <a:extLst>
                  <a:ext uri="{FF2B5EF4-FFF2-40B4-BE49-F238E27FC236}">
                    <a16:creationId xmlns:a16="http://schemas.microsoft.com/office/drawing/2014/main" id="{36283D93-0921-BFA9-4C05-1255B8D6A71C}"/>
                  </a:ext>
                </a:extLst>
              </p:cNvPr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4545;p69">
                <a:extLst>
                  <a:ext uri="{FF2B5EF4-FFF2-40B4-BE49-F238E27FC236}">
                    <a16:creationId xmlns:a16="http://schemas.microsoft.com/office/drawing/2014/main" id="{146BA272-4968-AC89-ACE9-E2436D788D86}"/>
                  </a:ext>
                </a:extLst>
              </p:cNvPr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4546;p69">
                <a:extLst>
                  <a:ext uri="{FF2B5EF4-FFF2-40B4-BE49-F238E27FC236}">
                    <a16:creationId xmlns:a16="http://schemas.microsoft.com/office/drawing/2014/main" id="{2E86D96B-18BE-48EC-3EF4-4AA8CBF2867C}"/>
                  </a:ext>
                </a:extLst>
              </p:cNvPr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4547;p69">
                <a:extLst>
                  <a:ext uri="{FF2B5EF4-FFF2-40B4-BE49-F238E27FC236}">
                    <a16:creationId xmlns:a16="http://schemas.microsoft.com/office/drawing/2014/main" id="{22491A38-CCF8-9902-4F8F-021AA41A3823}"/>
                  </a:ext>
                </a:extLst>
              </p:cNvPr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4548;p69">
                <a:extLst>
                  <a:ext uri="{FF2B5EF4-FFF2-40B4-BE49-F238E27FC236}">
                    <a16:creationId xmlns:a16="http://schemas.microsoft.com/office/drawing/2014/main" id="{A38DE51E-57B7-F316-C6D7-515460A5F031}"/>
                  </a:ext>
                </a:extLst>
              </p:cNvPr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3" name="Google Shape;4549;p69">
                <a:extLst>
                  <a:ext uri="{FF2B5EF4-FFF2-40B4-BE49-F238E27FC236}">
                    <a16:creationId xmlns:a16="http://schemas.microsoft.com/office/drawing/2014/main" id="{BAE55BB5-0DA0-9D35-C332-68652552801F}"/>
                  </a:ext>
                </a:extLst>
              </p:cNvPr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4550;p69">
                <a:extLst>
                  <a:ext uri="{FF2B5EF4-FFF2-40B4-BE49-F238E27FC236}">
                    <a16:creationId xmlns:a16="http://schemas.microsoft.com/office/drawing/2014/main" id="{72F12A4A-E442-E3A2-6DA0-7B93E96BF9B2}"/>
                  </a:ext>
                </a:extLst>
              </p:cNvPr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" name="Google Shape;4551;p69">
              <a:extLst>
                <a:ext uri="{FF2B5EF4-FFF2-40B4-BE49-F238E27FC236}">
                  <a16:creationId xmlns:a16="http://schemas.microsoft.com/office/drawing/2014/main" id="{C6A7C086-616F-CB74-C5BC-34D37E4E6330}"/>
                </a:ext>
              </a:extLst>
            </p:cNvPr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5" name="Google Shape;4552;p69">
                <a:extLst>
                  <a:ext uri="{FF2B5EF4-FFF2-40B4-BE49-F238E27FC236}">
                    <a16:creationId xmlns:a16="http://schemas.microsoft.com/office/drawing/2014/main" id="{773B9743-59E2-7176-E86F-7D3F10BACF2E}"/>
                  </a:ext>
                </a:extLst>
              </p:cNvPr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" name="Google Shape;4553;p69">
                <a:extLst>
                  <a:ext uri="{FF2B5EF4-FFF2-40B4-BE49-F238E27FC236}">
                    <a16:creationId xmlns:a16="http://schemas.microsoft.com/office/drawing/2014/main" id="{C35D347B-4E5B-B2F4-C40D-08C6EDBFADC1}"/>
                  </a:ext>
                </a:extLst>
              </p:cNvPr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7" name="Google Shape;4554;p69">
                <a:extLst>
                  <a:ext uri="{FF2B5EF4-FFF2-40B4-BE49-F238E27FC236}">
                    <a16:creationId xmlns:a16="http://schemas.microsoft.com/office/drawing/2014/main" id="{2600D965-6832-C7DD-C4C2-DADF27620315}"/>
                  </a:ext>
                </a:extLst>
              </p:cNvPr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8" name="Google Shape;4555;p69">
                <a:extLst>
                  <a:ext uri="{FF2B5EF4-FFF2-40B4-BE49-F238E27FC236}">
                    <a16:creationId xmlns:a16="http://schemas.microsoft.com/office/drawing/2014/main" id="{69E0F337-2C48-5699-0935-0AE8128FD01E}"/>
                  </a:ext>
                </a:extLst>
              </p:cNvPr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9" name="Google Shape;4556;p69">
                <a:extLst>
                  <a:ext uri="{FF2B5EF4-FFF2-40B4-BE49-F238E27FC236}">
                    <a16:creationId xmlns:a16="http://schemas.microsoft.com/office/drawing/2014/main" id="{2F79DA08-4D77-BF03-AEDA-628D800DEACF}"/>
                  </a:ext>
                </a:extLst>
              </p:cNvPr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0" name="Google Shape;4557;p69">
                <a:extLst>
                  <a:ext uri="{FF2B5EF4-FFF2-40B4-BE49-F238E27FC236}">
                    <a16:creationId xmlns:a16="http://schemas.microsoft.com/office/drawing/2014/main" id="{64E34018-EEFC-144C-F475-76DB97C095F3}"/>
                  </a:ext>
                </a:extLst>
              </p:cNvPr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1" name="Google Shape;4558;p69">
                <a:extLst>
                  <a:ext uri="{FF2B5EF4-FFF2-40B4-BE49-F238E27FC236}">
                    <a16:creationId xmlns:a16="http://schemas.microsoft.com/office/drawing/2014/main" id="{9D8B0090-0CBA-08C0-AA34-5B4280F88986}"/>
                  </a:ext>
                </a:extLst>
              </p:cNvPr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" name="Google Shape;4559;p69">
                <a:extLst>
                  <a:ext uri="{FF2B5EF4-FFF2-40B4-BE49-F238E27FC236}">
                    <a16:creationId xmlns:a16="http://schemas.microsoft.com/office/drawing/2014/main" id="{0DFDBA33-18B8-315A-702B-2F83E06AEA3B}"/>
                  </a:ext>
                </a:extLst>
              </p:cNvPr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" name="Google Shape;4560;p69">
                <a:extLst>
                  <a:ext uri="{FF2B5EF4-FFF2-40B4-BE49-F238E27FC236}">
                    <a16:creationId xmlns:a16="http://schemas.microsoft.com/office/drawing/2014/main" id="{C9E2C4C7-2BD5-0A09-F0E2-4AC85148B1D9}"/>
                  </a:ext>
                </a:extLst>
              </p:cNvPr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4561;p69">
                <a:extLst>
                  <a:ext uri="{FF2B5EF4-FFF2-40B4-BE49-F238E27FC236}">
                    <a16:creationId xmlns:a16="http://schemas.microsoft.com/office/drawing/2014/main" id="{41FF6C0D-93FF-0C5E-2AF0-4CCD72170217}"/>
                  </a:ext>
                </a:extLst>
              </p:cNvPr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16226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Rectangle 747"/>
          <p:cNvSpPr/>
          <p:nvPr/>
        </p:nvSpPr>
        <p:spPr>
          <a:xfrm>
            <a:off x="827792" y="0"/>
            <a:ext cx="7905240" cy="809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ctr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accent2"/>
                </a:solidFill>
                <a:effectLst/>
                <a:uFillTx/>
                <a:latin typeface="Cambria" panose="02040503050406030204" pitchFamily="18" charset="0"/>
                <a:ea typeface="Cambria" panose="02040503050406030204" pitchFamily="18" charset="0"/>
              </a:rPr>
              <a:t>Conclusions</a:t>
            </a:r>
            <a:r>
              <a:rPr lang="en-US" sz="2400" b="1" u="none" strike="noStrike" dirty="0">
                <a:solidFill>
                  <a:schemeClr val="lt1"/>
                </a:solidFill>
                <a:effectLst/>
                <a:uFillTx/>
                <a:latin typeface="Exo"/>
              </a:rPr>
              <a:t> </a:t>
            </a:r>
            <a:endParaRPr lang="en-US" sz="24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749" name="Rectangle 748"/>
          <p:cNvSpPr/>
          <p:nvPr/>
        </p:nvSpPr>
        <p:spPr>
          <a:xfrm>
            <a:off x="619200" y="1905120"/>
            <a:ext cx="7905240" cy="261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50000"/>
              </a:lnSpc>
              <a:tabLst>
                <a:tab pos="0" algn="l"/>
              </a:tabLst>
            </a:pPr>
            <a:endParaRPr lang="en-US" sz="1200" b="0" u="none" strike="noStrike" dirty="0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44B2B3-959A-990C-75E8-D8032F5A4441}"/>
              </a:ext>
            </a:extLst>
          </p:cNvPr>
          <p:cNvSpPr txBox="1"/>
          <p:nvPr/>
        </p:nvSpPr>
        <p:spPr>
          <a:xfrm>
            <a:off x="718260" y="779004"/>
            <a:ext cx="8524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Random Forest achieved strong performance (~94.96% accuracy) with stable predictions.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ANN showed excellent performance (~97.4%) with improved churn detection (higher recall).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1050" b="1" dirty="0" err="1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also performed very well (~96.6%), providing highly precise predictions.</a:t>
            </a: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dirty="0">
                <a:solidFill>
                  <a:schemeClr val="accent6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✔ </a:t>
            </a:r>
            <a:r>
              <a:rPr lang="en-US" sz="1200" b="1" u="sng" dirty="0">
                <a:solidFill>
                  <a:schemeClr val="accent6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Final Model Selected: ANN</a:t>
            </a: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u="sng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Comparison Insights:</a:t>
            </a: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1. ANN performs better in detecting churn customers (higher recall).</a:t>
            </a:r>
          </a:p>
          <a:p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2. </a:t>
            </a:r>
            <a:r>
              <a:rPr lang="en-US" sz="1050" b="1" dirty="0" err="1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performs better in precision (fewer false positives).</a:t>
            </a:r>
          </a:p>
          <a:p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3. Random Forest provides stable but slightly lower performance.</a:t>
            </a: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u="sng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Business Insights:</a:t>
            </a: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A. Customers with low tenure are more likely to churn.</a:t>
            </a:r>
          </a:p>
          <a:p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B. Service usage patterns strongly influence churn behavior.</a:t>
            </a:r>
          </a:p>
          <a:p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C. Retention strategies should focus on high-risk customers.</a:t>
            </a:r>
          </a:p>
          <a:p>
            <a:endParaRPr lang="en-US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en-US" sz="1200" b="1" u="sng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200" b="1" u="sng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Final Statement:  </a:t>
            </a:r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Although </a:t>
            </a:r>
            <a:r>
              <a:rPr lang="en-US" sz="1050" b="1" dirty="0" err="1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XGBoost</a:t>
            </a:r>
            <a:r>
              <a:rPr lang="en-US" sz="1050" b="1" dirty="0">
                <a:solidFill>
                  <a:schemeClr val="accent6">
                    <a:lumMod val="9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provides high precision, ANN is selected as the final model due to its higher accuracy and better recall, making it more effective in identifying churn customers.</a:t>
            </a:r>
            <a:endParaRPr lang="en-IN" sz="1050" b="1" dirty="0">
              <a:solidFill>
                <a:schemeClr val="accent6">
                  <a:lumMod val="9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pSp>
        <p:nvGrpSpPr>
          <p:cNvPr id="3" name="Google Shape;4532;p69">
            <a:extLst>
              <a:ext uri="{FF2B5EF4-FFF2-40B4-BE49-F238E27FC236}">
                <a16:creationId xmlns:a16="http://schemas.microsoft.com/office/drawing/2014/main" id="{282A42CD-3C5E-6548-FB13-7D3C407751C5}"/>
              </a:ext>
            </a:extLst>
          </p:cNvPr>
          <p:cNvGrpSpPr/>
          <p:nvPr/>
        </p:nvGrpSpPr>
        <p:grpSpPr>
          <a:xfrm rot="10800000">
            <a:off x="171623" y="3987204"/>
            <a:ext cx="241560" cy="1073832"/>
            <a:chOff x="7766280" y="3306960"/>
            <a:chExt cx="241560" cy="882720"/>
          </a:xfrm>
        </p:grpSpPr>
        <p:sp>
          <p:nvSpPr>
            <p:cNvPr id="4" name="Google Shape;4533;p69">
              <a:extLst>
                <a:ext uri="{FF2B5EF4-FFF2-40B4-BE49-F238E27FC236}">
                  <a16:creationId xmlns:a16="http://schemas.microsoft.com/office/drawing/2014/main" id="{919FB8B7-9959-CB71-6EF7-F73BA7704306}"/>
                </a:ext>
              </a:extLst>
            </p:cNvPr>
            <p:cNvSpPr/>
            <p:nvPr/>
          </p:nvSpPr>
          <p:spPr>
            <a:xfrm rot="16200000">
              <a:off x="7810920" y="3992760"/>
              <a:ext cx="151920" cy="241560"/>
            </a:xfrm>
            <a:custGeom>
              <a:avLst/>
              <a:gdLst>
                <a:gd name="textAreaLeft" fmla="*/ 0 w 151920"/>
                <a:gd name="textAreaRight" fmla="*/ 152280 w 15192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684" h="24945">
                  <a:moveTo>
                    <a:pt x="12720" y="0"/>
                  </a:moveTo>
                  <a:cubicBezTo>
                    <a:pt x="13337" y="0"/>
                    <a:pt x="14078" y="247"/>
                    <a:pt x="14572" y="741"/>
                  </a:cubicBezTo>
                  <a:cubicBezTo>
                    <a:pt x="15684" y="1852"/>
                    <a:pt x="15684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684" y="21240"/>
                    <a:pt x="15684" y="22845"/>
                    <a:pt x="14572" y="23957"/>
                  </a:cubicBezTo>
                  <a:cubicBezTo>
                    <a:pt x="13584" y="24944"/>
                    <a:pt x="11855" y="24944"/>
                    <a:pt x="10744" y="23957"/>
                  </a:cubicBezTo>
                  <a:lnTo>
                    <a:pt x="1112" y="14325"/>
                  </a:lnTo>
                  <a:cubicBezTo>
                    <a:pt x="1" y="13213"/>
                    <a:pt x="1" y="11484"/>
                    <a:pt x="1112" y="10496"/>
                  </a:cubicBezTo>
                  <a:lnTo>
                    <a:pt x="10744" y="741"/>
                  </a:lnTo>
                  <a:cubicBezTo>
                    <a:pt x="11361" y="247"/>
                    <a:pt x="11979" y="0"/>
                    <a:pt x="12720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4534;p69">
              <a:extLst>
                <a:ext uri="{FF2B5EF4-FFF2-40B4-BE49-F238E27FC236}">
                  <a16:creationId xmlns:a16="http://schemas.microsoft.com/office/drawing/2014/main" id="{2B018163-4BC6-0E0F-852A-2068B55F0C04}"/>
                </a:ext>
              </a:extLst>
            </p:cNvPr>
            <p:cNvSpPr/>
            <p:nvPr/>
          </p:nvSpPr>
          <p:spPr>
            <a:xfrm rot="16200000">
              <a:off x="7811640" y="384588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1" h="24945">
                  <a:moveTo>
                    <a:pt x="12596" y="0"/>
                  </a:moveTo>
                  <a:cubicBezTo>
                    <a:pt x="13337" y="0"/>
                    <a:pt x="13955" y="247"/>
                    <a:pt x="14449" y="741"/>
                  </a:cubicBezTo>
                  <a:cubicBezTo>
                    <a:pt x="15560" y="1852"/>
                    <a:pt x="15560" y="3581"/>
                    <a:pt x="14449" y="4569"/>
                  </a:cubicBezTo>
                  <a:lnTo>
                    <a:pt x="6669" y="12349"/>
                  </a:lnTo>
                  <a:lnTo>
                    <a:pt x="14449" y="20128"/>
                  </a:lnTo>
                  <a:cubicBezTo>
                    <a:pt x="15560" y="21240"/>
                    <a:pt x="15560" y="22845"/>
                    <a:pt x="14449" y="23957"/>
                  </a:cubicBezTo>
                  <a:cubicBezTo>
                    <a:pt x="13461" y="24944"/>
                    <a:pt x="11732" y="24944"/>
                    <a:pt x="10621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621" y="741"/>
                  </a:lnTo>
                  <a:cubicBezTo>
                    <a:pt x="11238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4535;p69">
              <a:extLst>
                <a:ext uri="{FF2B5EF4-FFF2-40B4-BE49-F238E27FC236}">
                  <a16:creationId xmlns:a16="http://schemas.microsoft.com/office/drawing/2014/main" id="{F6A11002-F2F3-CF07-4E28-1F20E64E4CD2}"/>
                </a:ext>
              </a:extLst>
            </p:cNvPr>
            <p:cNvSpPr/>
            <p:nvPr/>
          </p:nvSpPr>
          <p:spPr>
            <a:xfrm rot="16200000">
              <a:off x="7811640" y="369972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448" y="741"/>
                  </a:cubicBezTo>
                  <a:cubicBezTo>
                    <a:pt x="15559" y="1852"/>
                    <a:pt x="15559" y="3581"/>
                    <a:pt x="14448" y="4569"/>
                  </a:cubicBezTo>
                  <a:lnTo>
                    <a:pt x="6792" y="12349"/>
                  </a:lnTo>
                  <a:lnTo>
                    <a:pt x="14448" y="20128"/>
                  </a:lnTo>
                  <a:cubicBezTo>
                    <a:pt x="15559" y="21240"/>
                    <a:pt x="15559" y="22845"/>
                    <a:pt x="14448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855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4536;p69">
              <a:extLst>
                <a:ext uri="{FF2B5EF4-FFF2-40B4-BE49-F238E27FC236}">
                  <a16:creationId xmlns:a16="http://schemas.microsoft.com/office/drawing/2014/main" id="{93BAD7B5-323F-58A1-6A17-7D3265903E91}"/>
                </a:ext>
              </a:extLst>
            </p:cNvPr>
            <p:cNvSpPr/>
            <p:nvPr/>
          </p:nvSpPr>
          <p:spPr>
            <a:xfrm rot="16200000">
              <a:off x="7811640" y="355356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1" y="13213"/>
                    <a:pt x="1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4537;p69">
              <a:extLst>
                <a:ext uri="{FF2B5EF4-FFF2-40B4-BE49-F238E27FC236}">
                  <a16:creationId xmlns:a16="http://schemas.microsoft.com/office/drawing/2014/main" id="{86A94755-C675-BCE0-1D99-1C075E3CFF5D}"/>
                </a:ext>
              </a:extLst>
            </p:cNvPr>
            <p:cNvSpPr/>
            <p:nvPr/>
          </p:nvSpPr>
          <p:spPr>
            <a:xfrm rot="16200000">
              <a:off x="7811640" y="340740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4" y="247"/>
                    <a:pt x="14572" y="741"/>
                  </a:cubicBezTo>
                  <a:cubicBezTo>
                    <a:pt x="15559" y="1852"/>
                    <a:pt x="15559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59" y="21240"/>
                    <a:pt x="15559" y="22845"/>
                    <a:pt x="14572" y="23957"/>
                  </a:cubicBezTo>
                  <a:cubicBezTo>
                    <a:pt x="13460" y="24944"/>
                    <a:pt x="11731" y="24944"/>
                    <a:pt x="10743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3" y="741"/>
                  </a:lnTo>
                  <a:cubicBezTo>
                    <a:pt x="11237" y="247"/>
                    <a:pt x="11978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4538;p69">
              <a:extLst>
                <a:ext uri="{FF2B5EF4-FFF2-40B4-BE49-F238E27FC236}">
                  <a16:creationId xmlns:a16="http://schemas.microsoft.com/office/drawing/2014/main" id="{58B68D4B-0C46-C6A3-A9DE-18D4E3501295}"/>
                </a:ext>
              </a:extLst>
            </p:cNvPr>
            <p:cNvSpPr/>
            <p:nvPr/>
          </p:nvSpPr>
          <p:spPr>
            <a:xfrm rot="16200000">
              <a:off x="7811640" y="3261240"/>
              <a:ext cx="150480" cy="241560"/>
            </a:xfrm>
            <a:custGeom>
              <a:avLst/>
              <a:gdLst>
                <a:gd name="textAreaLeft" fmla="*/ 0 w 150480"/>
                <a:gd name="textAreaRight" fmla="*/ 150840 w 150480"/>
                <a:gd name="textAreaTop" fmla="*/ 0 h 241560"/>
                <a:gd name="textAreaBottom" fmla="*/ 241920 h 241560"/>
              </a:gdLst>
              <a:ahLst/>
              <a:cxnLst/>
              <a:rect l="textAreaLeft" t="textAreaTop" r="textAreaRight" b="textAreaBottom"/>
              <a:pathLst>
                <a:path w="15560" h="24945">
                  <a:moveTo>
                    <a:pt x="12596" y="0"/>
                  </a:moveTo>
                  <a:cubicBezTo>
                    <a:pt x="13337" y="0"/>
                    <a:pt x="13955" y="247"/>
                    <a:pt x="14572" y="741"/>
                  </a:cubicBezTo>
                  <a:cubicBezTo>
                    <a:pt x="15560" y="1852"/>
                    <a:pt x="15560" y="3581"/>
                    <a:pt x="14572" y="4569"/>
                  </a:cubicBezTo>
                  <a:lnTo>
                    <a:pt x="6792" y="12349"/>
                  </a:lnTo>
                  <a:lnTo>
                    <a:pt x="14572" y="20128"/>
                  </a:lnTo>
                  <a:cubicBezTo>
                    <a:pt x="15560" y="21240"/>
                    <a:pt x="15560" y="22845"/>
                    <a:pt x="14572" y="23957"/>
                  </a:cubicBezTo>
                  <a:cubicBezTo>
                    <a:pt x="13461" y="24944"/>
                    <a:pt x="11732" y="24944"/>
                    <a:pt x="10744" y="23957"/>
                  </a:cubicBezTo>
                  <a:lnTo>
                    <a:pt x="988" y="14325"/>
                  </a:lnTo>
                  <a:cubicBezTo>
                    <a:pt x="0" y="13213"/>
                    <a:pt x="0" y="11484"/>
                    <a:pt x="988" y="10496"/>
                  </a:cubicBezTo>
                  <a:lnTo>
                    <a:pt x="10744" y="741"/>
                  </a:lnTo>
                  <a:cubicBezTo>
                    <a:pt x="11238" y="247"/>
                    <a:pt x="11979" y="0"/>
                    <a:pt x="12596" y="0"/>
                  </a:cubicBezTo>
                  <a:close/>
                </a:path>
              </a:pathLst>
            </a:custGeom>
            <a:solidFill>
              <a:schemeClr val="accent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0" name="Google Shape;4539;p69">
            <a:extLst>
              <a:ext uri="{FF2B5EF4-FFF2-40B4-BE49-F238E27FC236}">
                <a16:creationId xmlns:a16="http://schemas.microsoft.com/office/drawing/2014/main" id="{D5DB57C1-917B-3815-E751-361F30734267}"/>
              </a:ext>
            </a:extLst>
          </p:cNvPr>
          <p:cNvGrpSpPr/>
          <p:nvPr/>
        </p:nvGrpSpPr>
        <p:grpSpPr>
          <a:xfrm>
            <a:off x="3052321" y="404640"/>
            <a:ext cx="1105920" cy="133920"/>
            <a:chOff x="4789440" y="914760"/>
            <a:chExt cx="1105920" cy="133920"/>
          </a:xfrm>
        </p:grpSpPr>
        <p:grpSp>
          <p:nvGrpSpPr>
            <p:cNvPr id="11" name="Google Shape;4540;p69">
              <a:extLst>
                <a:ext uri="{FF2B5EF4-FFF2-40B4-BE49-F238E27FC236}">
                  <a16:creationId xmlns:a16="http://schemas.microsoft.com/office/drawing/2014/main" id="{43E648A8-3884-8B48-6F6F-5B7508211C19}"/>
                </a:ext>
              </a:extLst>
            </p:cNvPr>
            <p:cNvGrpSpPr/>
            <p:nvPr/>
          </p:nvGrpSpPr>
          <p:grpSpPr>
            <a:xfrm>
              <a:off x="4789440" y="997920"/>
              <a:ext cx="883080" cy="50760"/>
              <a:chOff x="4789440" y="997920"/>
              <a:chExt cx="883080" cy="50760"/>
            </a:xfrm>
          </p:grpSpPr>
          <p:sp>
            <p:nvSpPr>
              <p:cNvPr id="23" name="Google Shape;4541;p69">
                <a:extLst>
                  <a:ext uri="{FF2B5EF4-FFF2-40B4-BE49-F238E27FC236}">
                    <a16:creationId xmlns:a16="http://schemas.microsoft.com/office/drawing/2014/main" id="{BE3B6078-6689-2CA6-36D5-006F1D2CE8AF}"/>
                  </a:ext>
                </a:extLst>
              </p:cNvPr>
              <p:cNvSpPr/>
              <p:nvPr/>
            </p:nvSpPr>
            <p:spPr>
              <a:xfrm>
                <a:off x="47894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4" name="Google Shape;4542;p69">
                <a:extLst>
                  <a:ext uri="{FF2B5EF4-FFF2-40B4-BE49-F238E27FC236}">
                    <a16:creationId xmlns:a16="http://schemas.microsoft.com/office/drawing/2014/main" id="{B98D8F16-11AD-1981-78A6-3BB31D3F26B7}"/>
                  </a:ext>
                </a:extLst>
              </p:cNvPr>
              <p:cNvSpPr/>
              <p:nvPr/>
            </p:nvSpPr>
            <p:spPr>
              <a:xfrm>
                <a:off x="48819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5" name="Google Shape;4543;p69">
                <a:extLst>
                  <a:ext uri="{FF2B5EF4-FFF2-40B4-BE49-F238E27FC236}">
                    <a16:creationId xmlns:a16="http://schemas.microsoft.com/office/drawing/2014/main" id="{C59FC8B2-ABCE-E35F-0229-BE899E36E1D7}"/>
                  </a:ext>
                </a:extLst>
              </p:cNvPr>
              <p:cNvSpPr/>
              <p:nvPr/>
            </p:nvSpPr>
            <p:spPr>
              <a:xfrm>
                <a:off x="497448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" name="Google Shape;4544;p69">
                <a:extLst>
                  <a:ext uri="{FF2B5EF4-FFF2-40B4-BE49-F238E27FC236}">
                    <a16:creationId xmlns:a16="http://schemas.microsoft.com/office/drawing/2014/main" id="{93072531-727E-FDDD-819D-D14B056E95A4}"/>
                  </a:ext>
                </a:extLst>
              </p:cNvPr>
              <p:cNvSpPr/>
              <p:nvPr/>
            </p:nvSpPr>
            <p:spPr>
              <a:xfrm>
                <a:off x="506700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7" name="Google Shape;4545;p69">
                <a:extLst>
                  <a:ext uri="{FF2B5EF4-FFF2-40B4-BE49-F238E27FC236}">
                    <a16:creationId xmlns:a16="http://schemas.microsoft.com/office/drawing/2014/main" id="{27A80EF5-717F-9032-2F1C-90905528DACA}"/>
                  </a:ext>
                </a:extLst>
              </p:cNvPr>
              <p:cNvSpPr/>
              <p:nvPr/>
            </p:nvSpPr>
            <p:spPr>
              <a:xfrm>
                <a:off x="51595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8" name="Google Shape;4546;p69">
                <a:extLst>
                  <a:ext uri="{FF2B5EF4-FFF2-40B4-BE49-F238E27FC236}">
                    <a16:creationId xmlns:a16="http://schemas.microsoft.com/office/drawing/2014/main" id="{F61E1EC2-FB95-037D-DAD9-900E6DD763D9}"/>
                  </a:ext>
                </a:extLst>
              </p:cNvPr>
              <p:cNvSpPr/>
              <p:nvPr/>
            </p:nvSpPr>
            <p:spPr>
              <a:xfrm>
                <a:off x="52520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9" name="Google Shape;4547;p69">
                <a:extLst>
                  <a:ext uri="{FF2B5EF4-FFF2-40B4-BE49-F238E27FC236}">
                    <a16:creationId xmlns:a16="http://schemas.microsoft.com/office/drawing/2014/main" id="{7BDD99B8-ECFB-F3EA-9E3F-C7F3FD44C399}"/>
                  </a:ext>
                </a:extLst>
              </p:cNvPr>
              <p:cNvSpPr/>
              <p:nvPr/>
            </p:nvSpPr>
            <p:spPr>
              <a:xfrm>
                <a:off x="53445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" name="Google Shape;4548;p69">
                <a:extLst>
                  <a:ext uri="{FF2B5EF4-FFF2-40B4-BE49-F238E27FC236}">
                    <a16:creationId xmlns:a16="http://schemas.microsoft.com/office/drawing/2014/main" id="{5A34A2DF-B587-6880-59B6-E1FFAF6026DA}"/>
                  </a:ext>
                </a:extLst>
              </p:cNvPr>
              <p:cNvSpPr/>
              <p:nvPr/>
            </p:nvSpPr>
            <p:spPr>
              <a:xfrm>
                <a:off x="543672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" name="Google Shape;4549;p69">
                <a:extLst>
                  <a:ext uri="{FF2B5EF4-FFF2-40B4-BE49-F238E27FC236}">
                    <a16:creationId xmlns:a16="http://schemas.microsoft.com/office/drawing/2014/main" id="{AEAE03B8-3041-9F54-5D0D-46047FF24594}"/>
                  </a:ext>
                </a:extLst>
              </p:cNvPr>
              <p:cNvSpPr/>
              <p:nvPr/>
            </p:nvSpPr>
            <p:spPr>
              <a:xfrm>
                <a:off x="552924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2" name="Google Shape;4550;p69">
                <a:extLst>
                  <a:ext uri="{FF2B5EF4-FFF2-40B4-BE49-F238E27FC236}">
                    <a16:creationId xmlns:a16="http://schemas.microsoft.com/office/drawing/2014/main" id="{6ED1B398-C1CF-6B89-BA4E-8B1CDC0CE9C4}"/>
                  </a:ext>
                </a:extLst>
              </p:cNvPr>
              <p:cNvSpPr/>
              <p:nvPr/>
            </p:nvSpPr>
            <p:spPr>
              <a:xfrm>
                <a:off x="5621760" y="99792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" name="Google Shape;4551;p69">
              <a:extLst>
                <a:ext uri="{FF2B5EF4-FFF2-40B4-BE49-F238E27FC236}">
                  <a16:creationId xmlns:a16="http://schemas.microsoft.com/office/drawing/2014/main" id="{B2CA529E-8DD2-921A-5839-7CD7D9D56EFC}"/>
                </a:ext>
              </a:extLst>
            </p:cNvPr>
            <p:cNvGrpSpPr/>
            <p:nvPr/>
          </p:nvGrpSpPr>
          <p:grpSpPr>
            <a:xfrm>
              <a:off x="5012280" y="914760"/>
              <a:ext cx="883080" cy="50760"/>
              <a:chOff x="5012280" y="914760"/>
              <a:chExt cx="883080" cy="50760"/>
            </a:xfrm>
          </p:grpSpPr>
          <p:sp>
            <p:nvSpPr>
              <p:cNvPr id="13" name="Google Shape;4552;p69">
                <a:extLst>
                  <a:ext uri="{FF2B5EF4-FFF2-40B4-BE49-F238E27FC236}">
                    <a16:creationId xmlns:a16="http://schemas.microsoft.com/office/drawing/2014/main" id="{8E98AA09-F23A-D34A-DBDA-CE962F8BFA0F}"/>
                  </a:ext>
                </a:extLst>
              </p:cNvPr>
              <p:cNvSpPr/>
              <p:nvPr/>
            </p:nvSpPr>
            <p:spPr>
              <a:xfrm>
                <a:off x="50122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" name="Google Shape;4553;p69">
                <a:extLst>
                  <a:ext uri="{FF2B5EF4-FFF2-40B4-BE49-F238E27FC236}">
                    <a16:creationId xmlns:a16="http://schemas.microsoft.com/office/drawing/2014/main" id="{0C93519E-A3DD-C039-3E9A-D3C933833F6B}"/>
                  </a:ext>
                </a:extLst>
              </p:cNvPr>
              <p:cNvSpPr/>
              <p:nvPr/>
            </p:nvSpPr>
            <p:spPr>
              <a:xfrm>
                <a:off x="51048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5" name="Google Shape;4554;p69">
                <a:extLst>
                  <a:ext uri="{FF2B5EF4-FFF2-40B4-BE49-F238E27FC236}">
                    <a16:creationId xmlns:a16="http://schemas.microsoft.com/office/drawing/2014/main" id="{7F57427A-7830-0A13-A01F-253E1C498B94}"/>
                  </a:ext>
                </a:extLst>
              </p:cNvPr>
              <p:cNvSpPr/>
              <p:nvPr/>
            </p:nvSpPr>
            <p:spPr>
              <a:xfrm>
                <a:off x="51973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4555;p69">
                <a:extLst>
                  <a:ext uri="{FF2B5EF4-FFF2-40B4-BE49-F238E27FC236}">
                    <a16:creationId xmlns:a16="http://schemas.microsoft.com/office/drawing/2014/main" id="{28BF6445-66CC-3F6B-7BBC-95916DB6AE4C}"/>
                  </a:ext>
                </a:extLst>
              </p:cNvPr>
              <p:cNvSpPr/>
              <p:nvPr/>
            </p:nvSpPr>
            <p:spPr>
              <a:xfrm>
                <a:off x="52898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7" name="Google Shape;4556;p69">
                <a:extLst>
                  <a:ext uri="{FF2B5EF4-FFF2-40B4-BE49-F238E27FC236}">
                    <a16:creationId xmlns:a16="http://schemas.microsoft.com/office/drawing/2014/main" id="{C57909DA-3D9D-FCC1-9586-5F3F2307F5EE}"/>
                  </a:ext>
                </a:extLst>
              </p:cNvPr>
              <p:cNvSpPr/>
              <p:nvPr/>
            </p:nvSpPr>
            <p:spPr>
              <a:xfrm>
                <a:off x="53820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" name="Google Shape;4557;p69">
                <a:extLst>
                  <a:ext uri="{FF2B5EF4-FFF2-40B4-BE49-F238E27FC236}">
                    <a16:creationId xmlns:a16="http://schemas.microsoft.com/office/drawing/2014/main" id="{21BCE109-9FCC-D3EE-7D54-FC8EC5BE33C4}"/>
                  </a:ext>
                </a:extLst>
              </p:cNvPr>
              <p:cNvSpPr/>
              <p:nvPr/>
            </p:nvSpPr>
            <p:spPr>
              <a:xfrm>
                <a:off x="547452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" name="Google Shape;4558;p69">
                <a:extLst>
                  <a:ext uri="{FF2B5EF4-FFF2-40B4-BE49-F238E27FC236}">
                    <a16:creationId xmlns:a16="http://schemas.microsoft.com/office/drawing/2014/main" id="{C0F2D483-2E50-C27F-62FF-F723F555696C}"/>
                  </a:ext>
                </a:extLst>
              </p:cNvPr>
              <p:cNvSpPr/>
              <p:nvPr/>
            </p:nvSpPr>
            <p:spPr>
              <a:xfrm>
                <a:off x="556704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" name="Google Shape;4559;p69">
                <a:extLst>
                  <a:ext uri="{FF2B5EF4-FFF2-40B4-BE49-F238E27FC236}">
                    <a16:creationId xmlns:a16="http://schemas.microsoft.com/office/drawing/2014/main" id="{73D01941-67A0-D48E-68F2-489232EA0CD1}"/>
                  </a:ext>
                </a:extLst>
              </p:cNvPr>
              <p:cNvSpPr/>
              <p:nvPr/>
            </p:nvSpPr>
            <p:spPr>
              <a:xfrm>
                <a:off x="565956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" name="Google Shape;4560;p69">
                <a:extLst>
                  <a:ext uri="{FF2B5EF4-FFF2-40B4-BE49-F238E27FC236}">
                    <a16:creationId xmlns:a16="http://schemas.microsoft.com/office/drawing/2014/main" id="{E6B772A6-8680-6EB0-0236-51AFE7EEDC15}"/>
                  </a:ext>
                </a:extLst>
              </p:cNvPr>
              <p:cNvSpPr/>
              <p:nvPr/>
            </p:nvSpPr>
            <p:spPr>
              <a:xfrm>
                <a:off x="575208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2" name="Google Shape;4561;p69">
                <a:extLst>
                  <a:ext uri="{FF2B5EF4-FFF2-40B4-BE49-F238E27FC236}">
                    <a16:creationId xmlns:a16="http://schemas.microsoft.com/office/drawing/2014/main" id="{2AA188F3-C265-12D3-733A-2ACD0DAB3CB8}"/>
                  </a:ext>
                </a:extLst>
              </p:cNvPr>
              <p:cNvSpPr/>
              <p:nvPr/>
            </p:nvSpPr>
            <p:spPr>
              <a:xfrm>
                <a:off x="5844600" y="914760"/>
                <a:ext cx="50760" cy="50760"/>
              </a:xfrm>
              <a:prstGeom prst="ellipse">
                <a:avLst/>
              </a:pr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8000" bIns="180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33" name="Google Shape;2809;p37">
            <a:extLst>
              <a:ext uri="{FF2B5EF4-FFF2-40B4-BE49-F238E27FC236}">
                <a16:creationId xmlns:a16="http://schemas.microsoft.com/office/drawing/2014/main" id="{ACDBD23D-CECE-2BC6-C76D-6C035D8BC4FB}"/>
              </a:ext>
            </a:extLst>
          </p:cNvPr>
          <p:cNvSpPr/>
          <p:nvPr/>
        </p:nvSpPr>
        <p:spPr>
          <a:xfrm>
            <a:off x="-1818817" y="3521801"/>
            <a:ext cx="1990440" cy="66240"/>
          </a:xfrm>
          <a:prstGeom prst="rect">
            <a:avLst/>
          </a:prstGeom>
          <a:gradFill rotWithShape="0">
            <a:gsLst>
              <a:gs pos="0">
                <a:srgbClr val="151B46"/>
              </a:gs>
              <a:gs pos="100000">
                <a:srgbClr val="8FFFFF"/>
              </a:gs>
            </a:gsLst>
            <a:lin ang="27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3120" rIns="870823080" bIns="331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ata Center Business Plan by Slidesgo">
  <a:themeElements>
    <a:clrScheme name="Simple Light">
      <a:dk1>
        <a:srgbClr val="000000"/>
      </a:dk1>
      <a:lt1>
        <a:srgbClr val="FFFFFF"/>
      </a:lt1>
      <a:dk2>
        <a:srgbClr val="606060"/>
      </a:dk2>
      <a:lt2>
        <a:srgbClr val="151B46"/>
      </a:lt2>
      <a:accent1>
        <a:srgbClr val="2C4ED7"/>
      </a:accent1>
      <a:accent2>
        <a:srgbClr val="8FFFFF"/>
      </a:accent2>
      <a:accent3>
        <a:srgbClr val="95FFAE"/>
      </a:accent3>
      <a:accent4>
        <a:srgbClr val="1D2875"/>
      </a:accent4>
      <a:accent5>
        <a:srgbClr val="FFFFFF"/>
      </a:accent5>
      <a:accent6>
        <a:srgbClr val="FFFFFF"/>
      </a:accent6>
      <a:hlink>
        <a:srgbClr val="8FFFFF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1331</TotalTime>
  <Words>748</Words>
  <Application>Microsoft Office PowerPoint</Application>
  <PresentationFormat>On-screen Show (16:9)</PresentationFormat>
  <Paragraphs>119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Cambria</vt:lpstr>
      <vt:lpstr>Courier New</vt:lpstr>
      <vt:lpstr>Exo</vt:lpstr>
      <vt:lpstr>OpenSymbol</vt:lpstr>
      <vt:lpstr>PT Sans</vt:lpstr>
      <vt:lpstr>Symbol</vt:lpstr>
      <vt:lpstr>Wingdings</vt:lpstr>
      <vt:lpstr>Data Center Business Plan by Slidesgo</vt:lpstr>
      <vt:lpstr>Data Center Business Plan by Slidesgo</vt:lpstr>
      <vt:lpstr>Data Center Business Plan by Slidesgo</vt:lpstr>
      <vt:lpstr>Data Center Business Plan by Slidesgo</vt:lpstr>
      <vt:lpstr>Churn Prediction</vt:lpstr>
      <vt:lpstr>Problem Statement </vt:lpstr>
      <vt:lpstr>PowerPoint Presentation</vt:lpstr>
      <vt:lpstr>Data Preprocessing</vt:lpstr>
      <vt:lpstr>PowerPoint Presentation</vt:lpstr>
      <vt:lpstr>PowerPoint Presentation</vt:lpstr>
      <vt:lpstr>PowerPoint Presentation</vt:lpstr>
      <vt:lpstr>Machine Learning Models</vt:lpstr>
      <vt:lpstr>Deep Learning Model 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rashm</dc:creator>
  <cp:lastModifiedBy>rashmya44@gmail.com</cp:lastModifiedBy>
  <cp:revision>16</cp:revision>
  <dcterms:modified xsi:type="dcterms:W3CDTF">2026-05-13T14:51:01Z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2026-04-27T15:13:05Z</dcterms:created>
  <dc:creator>Unknown Creator</dc:creator>
  <dc:description/>
  <dc:language>en-US</dc:language>
  <cp:lastModifiedBy>Unknown Creator</cp:lastModifiedBy>
  <dcterms:modified xsi:type="dcterms:W3CDTF">2026-04-27T15:13:05Z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